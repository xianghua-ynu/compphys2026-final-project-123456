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13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8.svg" ContentType="image/svg+xml"/>
  <Override PartName="/ppt/media/image3.svg" ContentType="image/svg+xml"/>
  <Override PartName="/ppt/media/image30.svg" ContentType="image/svg+xml"/>
  <Override PartName="/ppt/media/image32.svg" ContentType="image/svg+xml"/>
  <Override PartName="/ppt/media/image38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.svg" ContentType="image/svg+xml"/>
  <Override PartName="/ppt/media/image51.svg" ContentType="image/svg+xml"/>
  <Override PartName="/ppt/media/image53.svg" ContentType="image/svg+xml"/>
  <Override PartName="/ppt/media/image56.svg" ContentType="image/svg+xml"/>
  <Override PartName="/ppt/media/image58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16"/>
  </p:notesMasterIdLst>
  <p:sldIdLst>
    <p:sldId id="260" r:id="rId4"/>
    <p:sldId id="263" r:id="rId5"/>
    <p:sldId id="265" r:id="rId6"/>
    <p:sldId id="266" r:id="rId7"/>
    <p:sldId id="295" r:id="rId8"/>
    <p:sldId id="275" r:id="rId9"/>
    <p:sldId id="298" r:id="rId10"/>
    <p:sldId id="309" r:id="rId11"/>
    <p:sldId id="282" r:id="rId12"/>
    <p:sldId id="302" r:id="rId13"/>
    <p:sldId id="304" r:id="rId14"/>
    <p:sldId id="289" r:id="rId15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notesMaster" Target="notesMasters/notesMaster1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4" Type="http://schemas.openxmlformats.org/officeDocument/2006/relationships/tags" Target="../tags/tag15.xml"/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9" Type="http://schemas.openxmlformats.org/officeDocument/2006/relationships/tags" Target="../tags/tag41.xml"/><Relationship Id="rId8" Type="http://schemas.openxmlformats.org/officeDocument/2006/relationships/tags" Target="../tags/tag40.xml"/><Relationship Id="rId7" Type="http://schemas.openxmlformats.org/officeDocument/2006/relationships/tags" Target="../tags/tag39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8" Type="http://schemas.openxmlformats.org/officeDocument/2006/relationships/tags" Target="../tags/tag50.xml"/><Relationship Id="rId17" Type="http://schemas.openxmlformats.org/officeDocument/2006/relationships/tags" Target="../tags/tag49.xml"/><Relationship Id="rId16" Type="http://schemas.openxmlformats.org/officeDocument/2006/relationships/tags" Target="../tags/tag48.xml"/><Relationship Id="rId15" Type="http://schemas.openxmlformats.org/officeDocument/2006/relationships/tags" Target="../tags/tag47.xml"/><Relationship Id="rId14" Type="http://schemas.openxmlformats.org/officeDocument/2006/relationships/tags" Target="../tags/tag46.xml"/><Relationship Id="rId13" Type="http://schemas.openxmlformats.org/officeDocument/2006/relationships/tags" Target="../tags/tag45.xml"/><Relationship Id="rId12" Type="http://schemas.openxmlformats.org/officeDocument/2006/relationships/tags" Target="../tags/tag44.xml"/><Relationship Id="rId11" Type="http://schemas.openxmlformats.org/officeDocument/2006/relationships/tags" Target="../tags/tag43.xml"/><Relationship Id="rId10" Type="http://schemas.openxmlformats.org/officeDocument/2006/relationships/tags" Target="../tags/tag42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7" Type="http://schemas.openxmlformats.org/officeDocument/2006/relationships/tags" Target="../tags/tag56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9" Type="http://schemas.openxmlformats.org/officeDocument/2006/relationships/tags" Target="../tags/tag72.xml"/><Relationship Id="rId8" Type="http://schemas.openxmlformats.org/officeDocument/2006/relationships/tags" Target="../tags/tag71.xml"/><Relationship Id="rId7" Type="http://schemas.openxmlformats.org/officeDocument/2006/relationships/tags" Target="../tags/tag70.xml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7" Type="http://schemas.openxmlformats.org/officeDocument/2006/relationships/tags" Target="../tags/tag80.xml"/><Relationship Id="rId16" Type="http://schemas.openxmlformats.org/officeDocument/2006/relationships/tags" Target="../tags/tag79.xml"/><Relationship Id="rId15" Type="http://schemas.openxmlformats.org/officeDocument/2006/relationships/tags" Target="../tags/tag78.xml"/><Relationship Id="rId14" Type="http://schemas.openxmlformats.org/officeDocument/2006/relationships/tags" Target="../tags/tag77.xml"/><Relationship Id="rId13" Type="http://schemas.openxmlformats.org/officeDocument/2006/relationships/tags" Target="../tags/tag76.xml"/><Relationship Id="rId12" Type="http://schemas.openxmlformats.org/officeDocument/2006/relationships/tags" Target="../tags/tag75.xml"/><Relationship Id="rId11" Type="http://schemas.openxmlformats.org/officeDocument/2006/relationships/tags" Target="../tags/tag74.xml"/><Relationship Id="rId10" Type="http://schemas.openxmlformats.org/officeDocument/2006/relationships/tags" Target="../tags/tag73.xml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9" Type="http://schemas.openxmlformats.org/officeDocument/2006/relationships/tags" Target="../tags/tag88.xml"/><Relationship Id="rId8" Type="http://schemas.openxmlformats.org/officeDocument/2006/relationships/tags" Target="../tags/tag87.xml"/><Relationship Id="rId7" Type="http://schemas.openxmlformats.org/officeDocument/2006/relationships/tags" Target="../tags/tag86.xml"/><Relationship Id="rId6" Type="http://schemas.openxmlformats.org/officeDocument/2006/relationships/tags" Target="../tags/tag85.xml"/><Relationship Id="rId5" Type="http://schemas.openxmlformats.org/officeDocument/2006/relationships/tags" Target="../tags/tag84.xml"/><Relationship Id="rId4" Type="http://schemas.openxmlformats.org/officeDocument/2006/relationships/tags" Target="../tags/tag83.xml"/><Relationship Id="rId3" Type="http://schemas.openxmlformats.org/officeDocument/2006/relationships/tags" Target="../tags/tag82.xml"/><Relationship Id="rId2" Type="http://schemas.openxmlformats.org/officeDocument/2006/relationships/tags" Target="../tags/tag81.xml"/><Relationship Id="rId11" Type="http://schemas.openxmlformats.org/officeDocument/2006/relationships/tags" Target="../tags/tag90.xml"/><Relationship Id="rId10" Type="http://schemas.openxmlformats.org/officeDocument/2006/relationships/tags" Target="../tags/tag89.xml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1" Type="http://schemas.openxmlformats.org/officeDocument/2006/relationships/tags" Target="../tags/tag100.xml"/><Relationship Id="rId10" Type="http://schemas.openxmlformats.org/officeDocument/2006/relationships/tags" Target="../tags/tag99.xml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9" Type="http://schemas.openxmlformats.org/officeDocument/2006/relationships/tags" Target="../tags/tag108.xml"/><Relationship Id="rId8" Type="http://schemas.openxmlformats.org/officeDocument/2006/relationships/tags" Target="../tags/tag107.xml"/><Relationship Id="rId7" Type="http://schemas.openxmlformats.org/officeDocument/2006/relationships/tags" Target="../tags/tag106.xml"/><Relationship Id="rId6" Type="http://schemas.openxmlformats.org/officeDocument/2006/relationships/tags" Target="../tags/tag105.xml"/><Relationship Id="rId5" Type="http://schemas.openxmlformats.org/officeDocument/2006/relationships/tags" Target="../tags/tag104.xml"/><Relationship Id="rId4" Type="http://schemas.openxmlformats.org/officeDocument/2006/relationships/tags" Target="../tags/tag103.xml"/><Relationship Id="rId3" Type="http://schemas.openxmlformats.org/officeDocument/2006/relationships/tags" Target="../tags/tag102.xml"/><Relationship Id="rId2" Type="http://schemas.openxmlformats.org/officeDocument/2006/relationships/tags" Target="../tags/tag101.xml"/><Relationship Id="rId11" Type="http://schemas.openxmlformats.org/officeDocument/2006/relationships/tags" Target="../tags/tag110.xml"/><Relationship Id="rId10" Type="http://schemas.openxmlformats.org/officeDocument/2006/relationships/tags" Target="../tags/tag109.xml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9" Type="http://schemas.openxmlformats.org/officeDocument/2006/relationships/tags" Target="../tags/tag118.xml"/><Relationship Id="rId8" Type="http://schemas.openxmlformats.org/officeDocument/2006/relationships/tags" Target="../tags/tag117.xml"/><Relationship Id="rId7" Type="http://schemas.openxmlformats.org/officeDocument/2006/relationships/tags" Target="../tags/tag116.xml"/><Relationship Id="rId6" Type="http://schemas.openxmlformats.org/officeDocument/2006/relationships/tags" Target="../tags/tag115.xml"/><Relationship Id="rId5" Type="http://schemas.openxmlformats.org/officeDocument/2006/relationships/tags" Target="../tags/tag114.xml"/><Relationship Id="rId4" Type="http://schemas.openxmlformats.org/officeDocument/2006/relationships/tags" Target="../tags/tag113.xml"/><Relationship Id="rId3" Type="http://schemas.openxmlformats.org/officeDocument/2006/relationships/tags" Target="../tags/tag112.xml"/><Relationship Id="rId2" Type="http://schemas.openxmlformats.org/officeDocument/2006/relationships/tags" Target="../tags/tag111.xml"/><Relationship Id="rId14" Type="http://schemas.openxmlformats.org/officeDocument/2006/relationships/tags" Target="../tags/tag123.xml"/><Relationship Id="rId13" Type="http://schemas.openxmlformats.org/officeDocument/2006/relationships/tags" Target="../tags/tag122.xml"/><Relationship Id="rId12" Type="http://schemas.openxmlformats.org/officeDocument/2006/relationships/tags" Target="../tags/tag121.xml"/><Relationship Id="rId11" Type="http://schemas.openxmlformats.org/officeDocument/2006/relationships/tags" Target="../tags/tag120.xml"/><Relationship Id="rId10" Type="http://schemas.openxmlformats.org/officeDocument/2006/relationships/tags" Target="../tags/tag119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3968" y="136131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3968" y="384098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605155" y="6314440"/>
            <a:ext cx="2707005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8877300" y="6314440"/>
            <a:ext cx="2711450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584" y="482457"/>
            <a:ext cx="10972888" cy="71120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556" y="1524000"/>
            <a:ext cx="10972888" cy="47244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605155" y="6314440"/>
            <a:ext cx="2707005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8877300" y="6314440"/>
            <a:ext cx="2711450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605155" y="6314440"/>
            <a:ext cx="2707005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8877300" y="6314440"/>
            <a:ext cx="2711450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605155" y="6314440"/>
            <a:ext cx="2707005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8877300" y="6314440"/>
            <a:ext cx="2711450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556" y="482457"/>
            <a:ext cx="10972888" cy="71120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584" y="1523857"/>
            <a:ext cx="5257842" cy="47244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22060" y="1524000"/>
            <a:ext cx="5266690" cy="47244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2" name="页脚占位符 11"/>
          <p:cNvSpPr>
            <a:spLocks noGrp="1"/>
          </p:cNvSpPr>
          <p:nvPr>
            <p:ph type="ftr" sz="quarter" idx="3"/>
            <p:custDataLst>
              <p:tags r:id="rId2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4" name="日期占位符 1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03250" y="6314440"/>
            <a:ext cx="2708910" cy="31686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5" name="灯片编号占位符 14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8877300" y="6314440"/>
            <a:ext cx="2711450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556" y="482601"/>
            <a:ext cx="10972888" cy="71120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7060" y="1524000"/>
            <a:ext cx="5257842" cy="914407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540000"/>
            <a:ext cx="5257800" cy="370843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324411" y="1523712"/>
            <a:ext cx="5257842" cy="914407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324600" y="2540000"/>
            <a:ext cx="5257800" cy="370843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9" name="日期占位符 18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03250" y="6314440"/>
            <a:ext cx="2708910" cy="31686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20" name="页脚占位符 19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21" name="灯片编号占位符 20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300" y="6314440"/>
            <a:ext cx="2709545" cy="31686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556" y="482473"/>
            <a:ext cx="10972888" cy="71120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605155" y="6314440"/>
            <a:ext cx="2707005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8877300" y="6314440"/>
            <a:ext cx="2711450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584" y="609457"/>
            <a:ext cx="355602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772660" y="609600"/>
            <a:ext cx="6807254" cy="5638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0" y="2311400"/>
            <a:ext cx="3556000" cy="3937031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30" name="页脚占位符 29"/>
          <p:cNvSpPr>
            <a:spLocks noGrp="1"/>
          </p:cNvSpPr>
          <p:nvPr>
            <p:ph type="ftr" sz="quarter" idx="3"/>
            <p:custDataLst>
              <p:tags r:id="rId2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4"/>
            <p:custDataLst>
              <p:tags r:id="rId3"/>
            </p:custDataLst>
          </p:nvPr>
        </p:nvSpPr>
        <p:spPr>
          <a:xfrm>
            <a:off x="8877300" y="6314440"/>
            <a:ext cx="2711450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2" name="日期占位符 31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03250" y="6314440"/>
            <a:ext cx="2708910" cy="31686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547860" y="609600"/>
            <a:ext cx="2032016" cy="563884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609600"/>
            <a:ext cx="8636069" cy="56388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605155" y="6314440"/>
            <a:ext cx="2707005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8877300" y="6314440"/>
            <a:ext cx="2711450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609600" y="609600"/>
            <a:ext cx="10973435" cy="56388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605155" y="6314440"/>
            <a:ext cx="2707005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3" name="页脚占位符 12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4" name="灯片编号占位符 13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8877300" y="6314440"/>
            <a:ext cx="2711450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1_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94" hasCustomPrompt="1"/>
            <p:custDataLst>
              <p:tags r:id="rId3"/>
            </p:custDataLst>
          </p:nvPr>
        </p:nvSpPr>
        <p:spPr>
          <a:xfrm>
            <a:off x="609600" y="1524000"/>
            <a:ext cx="5334000" cy="2209800"/>
          </a:xfrm>
          <a:custGeom>
            <a:avLst/>
            <a:gdLst>
              <a:gd name="connisteX0" fmla="*/ 0 w 5334000"/>
              <a:gd name="connsiteY0" fmla="*/ 203200 h 2209800"/>
              <a:gd name="connisteX1" fmla="*/ 203200 w 5334000"/>
              <a:gd name="connsiteY1" fmla="*/ 0 h 2209800"/>
              <a:gd name="connisteX2" fmla="*/ 5130800 w 5334000"/>
              <a:gd name="connsiteY2" fmla="*/ 0 h 2209800"/>
              <a:gd name="connisteX3" fmla="*/ 5334000 w 5334000"/>
              <a:gd name="connsiteY3" fmla="*/ 203200 h 2209800"/>
              <a:gd name="connisteX4" fmla="*/ 5334000 w 5334000"/>
              <a:gd name="connsiteY4" fmla="*/ 2006600 h 2209800"/>
              <a:gd name="connisteX5" fmla="*/ 5130800 w 5334000"/>
              <a:gd name="connsiteY5" fmla="*/ 2209800 h 2209800"/>
              <a:gd name="connisteX6" fmla="*/ 203200 w 5334000"/>
              <a:gd name="connsiteY6" fmla="*/ 2209800 h 2209800"/>
              <a:gd name="connisteX7" fmla="*/ 0 w 5334000"/>
              <a:gd name="connsiteY7" fmla="*/ 2006600 h 2209800"/>
              <a:gd name="connisteX8" fmla="*/ 0 w 5334000"/>
              <a:gd name="connsiteY8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334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2006600"/>
                </a:lnTo>
                <a:cubicBezTo>
                  <a:pt x="5334000" y="2118824"/>
                  <a:pt x="5243024" y="2209800"/>
                  <a:pt x="5130800" y="2209800"/>
                </a:cubicBez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6395" hasCustomPrompt="1"/>
            <p:custDataLst>
              <p:tags r:id="rId4"/>
            </p:custDataLst>
          </p:nvPr>
        </p:nvSpPr>
        <p:spPr>
          <a:xfrm>
            <a:off x="914400" y="2019300"/>
            <a:ext cx="1219200" cy="1219200"/>
          </a:xfrm>
          <a:custGeom>
            <a:avLst/>
            <a:gdLst>
              <a:gd name="connisteX0" fmla="*/ 0 w 1219200"/>
              <a:gd name="connsiteY0" fmla="*/ 609600 h 1219200"/>
              <a:gd name="connisteX1" fmla="*/ 609600 w 1219200"/>
              <a:gd name="connsiteY1" fmla="*/ 0 h 1219200"/>
              <a:gd name="connisteX2" fmla="*/ 609600 w 1219200"/>
              <a:gd name="connsiteY2" fmla="*/ 0 h 1219200"/>
              <a:gd name="connisteX3" fmla="*/ 1219200 w 1219200"/>
              <a:gd name="connsiteY3" fmla="*/ 609600 h 1219200"/>
              <a:gd name="connisteX4" fmla="*/ 1219200 w 1219200"/>
              <a:gd name="connsiteY4" fmla="*/ 609600 h 1219200"/>
              <a:gd name="connisteX5" fmla="*/ 609600 w 1219200"/>
              <a:gd name="connsiteY5" fmla="*/ 1219200 h 1219200"/>
              <a:gd name="connisteX6" fmla="*/ 609600 w 1219200"/>
              <a:gd name="connsiteY6" fmla="*/ 1219200 h 1219200"/>
              <a:gd name="connisteX7" fmla="*/ 0 w 1219200"/>
              <a:gd name="connsiteY7" fmla="*/ 609600 h 1219200"/>
              <a:gd name="connisteX8" fmla="*/ 0 w 1219200"/>
              <a:gd name="connsiteY8" fmla="*/ 609600 h 121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219200" h="1219200">
                <a:moveTo>
                  <a:pt x="0" y="609600"/>
                </a:moveTo>
                <a:cubicBezTo>
                  <a:pt x="0" y="272927"/>
                  <a:pt x="272927" y="0"/>
                  <a:pt x="609600" y="0"/>
                </a:cubicBezTo>
                <a:lnTo>
                  <a:pt x="609600" y="0"/>
                </a:lnTo>
                <a:cubicBezTo>
                  <a:pt x="946273" y="0"/>
                  <a:pt x="1219200" y="272927"/>
                  <a:pt x="1219200" y="609600"/>
                </a:cubicBezTo>
                <a:lnTo>
                  <a:pt x="1219200" y="609600"/>
                </a:lnTo>
                <a:cubicBezTo>
                  <a:pt x="1219200" y="946273"/>
                  <a:pt x="946273" y="1219200"/>
                  <a:pt x="609600" y="1219200"/>
                </a:cubicBezTo>
                <a:lnTo>
                  <a:pt x="609600" y="1219200"/>
                </a:lnTo>
                <a:cubicBezTo>
                  <a:pt x="272927" y="1219200"/>
                  <a:pt x="0" y="946273"/>
                  <a:pt x="0" y="609600"/>
                </a:cubicBezTo>
                <a:lnTo>
                  <a:pt x="0" y="6096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2387600" y="1765300"/>
            <a:ext cx="3251200" cy="406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2387600" y="22733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6" hasCustomPrompt="1"/>
            <p:custDataLst>
              <p:tags r:id="rId7"/>
            </p:custDataLst>
          </p:nvPr>
        </p:nvSpPr>
        <p:spPr>
          <a:xfrm>
            <a:off x="6248400" y="1524000"/>
            <a:ext cx="5334000" cy="2209800"/>
          </a:xfrm>
          <a:custGeom>
            <a:avLst/>
            <a:gdLst>
              <a:gd name="connisteX0" fmla="*/ 0 w 5334000"/>
              <a:gd name="connsiteY0" fmla="*/ 203200 h 2209800"/>
              <a:gd name="connisteX1" fmla="*/ 203200 w 5334000"/>
              <a:gd name="connsiteY1" fmla="*/ 0 h 2209800"/>
              <a:gd name="connisteX2" fmla="*/ 5130800 w 5334000"/>
              <a:gd name="connsiteY2" fmla="*/ 0 h 2209800"/>
              <a:gd name="connisteX3" fmla="*/ 5334000 w 5334000"/>
              <a:gd name="connsiteY3" fmla="*/ 203200 h 2209800"/>
              <a:gd name="connisteX4" fmla="*/ 5334000 w 5334000"/>
              <a:gd name="connsiteY4" fmla="*/ 2006600 h 2209800"/>
              <a:gd name="connisteX5" fmla="*/ 5130800 w 5334000"/>
              <a:gd name="connsiteY5" fmla="*/ 2209800 h 2209800"/>
              <a:gd name="connisteX6" fmla="*/ 203200 w 5334000"/>
              <a:gd name="connsiteY6" fmla="*/ 2209800 h 2209800"/>
              <a:gd name="connisteX7" fmla="*/ 0 w 5334000"/>
              <a:gd name="connsiteY7" fmla="*/ 2006600 h 2209800"/>
              <a:gd name="connisteX8" fmla="*/ 0 w 5334000"/>
              <a:gd name="connsiteY8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334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2006600"/>
                </a:lnTo>
                <a:cubicBezTo>
                  <a:pt x="5334000" y="2118824"/>
                  <a:pt x="5243024" y="2209800"/>
                  <a:pt x="5130800" y="2209800"/>
                </a:cubicBez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图片占位符 11"/>
          <p:cNvSpPr>
            <a:spLocks noGrp="1"/>
          </p:cNvSpPr>
          <p:nvPr>
            <p:ph type="pic" idx="16397" hasCustomPrompt="1"/>
            <p:custDataLst>
              <p:tags r:id="rId8"/>
            </p:custDataLst>
          </p:nvPr>
        </p:nvSpPr>
        <p:spPr>
          <a:xfrm>
            <a:off x="6553200" y="2019300"/>
            <a:ext cx="1219200" cy="1219200"/>
          </a:xfrm>
          <a:custGeom>
            <a:avLst/>
            <a:gdLst>
              <a:gd name="connisteX0" fmla="*/ 0 w 1219200"/>
              <a:gd name="connsiteY0" fmla="*/ 609600 h 1219200"/>
              <a:gd name="connisteX1" fmla="*/ 609600 w 1219200"/>
              <a:gd name="connsiteY1" fmla="*/ 0 h 1219200"/>
              <a:gd name="connisteX2" fmla="*/ 609600 w 1219200"/>
              <a:gd name="connsiteY2" fmla="*/ 0 h 1219200"/>
              <a:gd name="connisteX3" fmla="*/ 1219200 w 1219200"/>
              <a:gd name="connsiteY3" fmla="*/ 609600 h 1219200"/>
              <a:gd name="connisteX4" fmla="*/ 1219200 w 1219200"/>
              <a:gd name="connsiteY4" fmla="*/ 609600 h 1219200"/>
              <a:gd name="connisteX5" fmla="*/ 609600 w 1219200"/>
              <a:gd name="connsiteY5" fmla="*/ 1219200 h 1219200"/>
              <a:gd name="connisteX6" fmla="*/ 609600 w 1219200"/>
              <a:gd name="connsiteY6" fmla="*/ 1219200 h 1219200"/>
              <a:gd name="connisteX7" fmla="*/ 0 w 1219200"/>
              <a:gd name="connsiteY7" fmla="*/ 609600 h 1219200"/>
              <a:gd name="connisteX8" fmla="*/ 0 w 1219200"/>
              <a:gd name="connsiteY8" fmla="*/ 609600 h 121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219200" h="1219200">
                <a:moveTo>
                  <a:pt x="0" y="609600"/>
                </a:moveTo>
                <a:cubicBezTo>
                  <a:pt x="0" y="272927"/>
                  <a:pt x="272927" y="0"/>
                  <a:pt x="609600" y="0"/>
                </a:cubicBezTo>
                <a:lnTo>
                  <a:pt x="609600" y="0"/>
                </a:lnTo>
                <a:cubicBezTo>
                  <a:pt x="946273" y="0"/>
                  <a:pt x="1219200" y="272927"/>
                  <a:pt x="1219200" y="609600"/>
                </a:cubicBezTo>
                <a:lnTo>
                  <a:pt x="1219200" y="609600"/>
                </a:lnTo>
                <a:cubicBezTo>
                  <a:pt x="1219200" y="946273"/>
                  <a:pt x="946273" y="1219200"/>
                  <a:pt x="609600" y="1219200"/>
                </a:cubicBezTo>
                <a:lnTo>
                  <a:pt x="609600" y="1219200"/>
                </a:lnTo>
                <a:cubicBezTo>
                  <a:pt x="272927" y="1219200"/>
                  <a:pt x="0" y="946273"/>
                  <a:pt x="0" y="609600"/>
                </a:cubicBezTo>
                <a:lnTo>
                  <a:pt x="0" y="6096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8026400" y="1765300"/>
            <a:ext cx="3251200" cy="406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8026400" y="22733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装饰  4"/>
          <p:cNvSpPr>
            <a:spLocks noGrp="1"/>
          </p:cNvSpPr>
          <p:nvPr>
            <p:ph type="body" idx="16398" hasCustomPrompt="1"/>
            <p:custDataLst>
              <p:tags r:id="rId11"/>
            </p:custDataLst>
          </p:nvPr>
        </p:nvSpPr>
        <p:spPr>
          <a:xfrm>
            <a:off x="609600" y="4038600"/>
            <a:ext cx="5334000" cy="2209800"/>
          </a:xfrm>
          <a:custGeom>
            <a:avLst/>
            <a:gdLst>
              <a:gd name="connisteX0" fmla="*/ 0 w 5334000"/>
              <a:gd name="connsiteY0" fmla="*/ 203200 h 2209800"/>
              <a:gd name="connisteX1" fmla="*/ 203200 w 5334000"/>
              <a:gd name="connsiteY1" fmla="*/ 0 h 2209800"/>
              <a:gd name="connisteX2" fmla="*/ 5130800 w 5334000"/>
              <a:gd name="connsiteY2" fmla="*/ 0 h 2209800"/>
              <a:gd name="connisteX3" fmla="*/ 5334000 w 5334000"/>
              <a:gd name="connsiteY3" fmla="*/ 203200 h 2209800"/>
              <a:gd name="connisteX4" fmla="*/ 5334000 w 5334000"/>
              <a:gd name="connsiteY4" fmla="*/ 2006600 h 2209800"/>
              <a:gd name="connisteX5" fmla="*/ 5130800 w 5334000"/>
              <a:gd name="connsiteY5" fmla="*/ 2209800 h 2209800"/>
              <a:gd name="connisteX6" fmla="*/ 203200 w 5334000"/>
              <a:gd name="connsiteY6" fmla="*/ 2209800 h 2209800"/>
              <a:gd name="connisteX7" fmla="*/ 0 w 5334000"/>
              <a:gd name="connsiteY7" fmla="*/ 2006600 h 2209800"/>
              <a:gd name="connisteX8" fmla="*/ 0 w 5334000"/>
              <a:gd name="connsiteY8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334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2006600"/>
                </a:lnTo>
                <a:cubicBezTo>
                  <a:pt x="5334000" y="2118824"/>
                  <a:pt x="5243024" y="2209800"/>
                  <a:pt x="5130800" y="2209800"/>
                </a:cubicBez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图片占位符 15"/>
          <p:cNvSpPr>
            <a:spLocks noGrp="1"/>
          </p:cNvSpPr>
          <p:nvPr>
            <p:ph type="pic" idx="16399" hasCustomPrompt="1"/>
            <p:custDataLst>
              <p:tags r:id="rId12"/>
            </p:custDataLst>
          </p:nvPr>
        </p:nvSpPr>
        <p:spPr>
          <a:xfrm>
            <a:off x="914400" y="4533900"/>
            <a:ext cx="1219200" cy="1219200"/>
          </a:xfrm>
          <a:custGeom>
            <a:avLst/>
            <a:gdLst>
              <a:gd name="connisteX0" fmla="*/ 0 w 1219200"/>
              <a:gd name="connsiteY0" fmla="*/ 609600 h 1219200"/>
              <a:gd name="connisteX1" fmla="*/ 609600 w 1219200"/>
              <a:gd name="connsiteY1" fmla="*/ 0 h 1219200"/>
              <a:gd name="connisteX2" fmla="*/ 609600 w 1219200"/>
              <a:gd name="connsiteY2" fmla="*/ 0 h 1219200"/>
              <a:gd name="connisteX3" fmla="*/ 1219200 w 1219200"/>
              <a:gd name="connsiteY3" fmla="*/ 609600 h 1219200"/>
              <a:gd name="connisteX4" fmla="*/ 1219200 w 1219200"/>
              <a:gd name="connsiteY4" fmla="*/ 609600 h 1219200"/>
              <a:gd name="connisteX5" fmla="*/ 609600 w 1219200"/>
              <a:gd name="connsiteY5" fmla="*/ 1219200 h 1219200"/>
              <a:gd name="connisteX6" fmla="*/ 609600 w 1219200"/>
              <a:gd name="connsiteY6" fmla="*/ 1219200 h 1219200"/>
              <a:gd name="connisteX7" fmla="*/ 0 w 1219200"/>
              <a:gd name="connsiteY7" fmla="*/ 609600 h 1219200"/>
              <a:gd name="connisteX8" fmla="*/ 0 w 1219200"/>
              <a:gd name="connsiteY8" fmla="*/ 609600 h 121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219200" h="1219200">
                <a:moveTo>
                  <a:pt x="0" y="609600"/>
                </a:moveTo>
                <a:cubicBezTo>
                  <a:pt x="0" y="272927"/>
                  <a:pt x="272927" y="0"/>
                  <a:pt x="609600" y="0"/>
                </a:cubicBezTo>
                <a:lnTo>
                  <a:pt x="609600" y="0"/>
                </a:lnTo>
                <a:cubicBezTo>
                  <a:pt x="946273" y="0"/>
                  <a:pt x="1219200" y="272927"/>
                  <a:pt x="1219200" y="609600"/>
                </a:cubicBezTo>
                <a:lnTo>
                  <a:pt x="1219200" y="609600"/>
                </a:lnTo>
                <a:cubicBezTo>
                  <a:pt x="1219200" y="946273"/>
                  <a:pt x="946273" y="1219200"/>
                  <a:pt x="609600" y="1219200"/>
                </a:cubicBezTo>
                <a:lnTo>
                  <a:pt x="609600" y="1219200"/>
                </a:lnTo>
                <a:cubicBezTo>
                  <a:pt x="272927" y="1219200"/>
                  <a:pt x="0" y="946273"/>
                  <a:pt x="0" y="609600"/>
                </a:cubicBezTo>
                <a:lnTo>
                  <a:pt x="0" y="6096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2387600" y="4279900"/>
            <a:ext cx="3251200" cy="406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2387600" y="47879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9" name="装饰  8"/>
          <p:cNvSpPr>
            <a:spLocks noGrp="1"/>
          </p:cNvSpPr>
          <p:nvPr>
            <p:ph type="body" idx="16400" hasCustomPrompt="1"/>
            <p:custDataLst>
              <p:tags r:id="rId15"/>
            </p:custDataLst>
          </p:nvPr>
        </p:nvSpPr>
        <p:spPr>
          <a:xfrm>
            <a:off x="6248400" y="4038600"/>
            <a:ext cx="5334000" cy="2209800"/>
          </a:xfrm>
          <a:custGeom>
            <a:avLst/>
            <a:gdLst>
              <a:gd name="connisteX0" fmla="*/ 0 w 5334000"/>
              <a:gd name="connsiteY0" fmla="*/ 203200 h 2209800"/>
              <a:gd name="connisteX1" fmla="*/ 203200 w 5334000"/>
              <a:gd name="connsiteY1" fmla="*/ 0 h 2209800"/>
              <a:gd name="connisteX2" fmla="*/ 5130800 w 5334000"/>
              <a:gd name="connsiteY2" fmla="*/ 0 h 2209800"/>
              <a:gd name="connisteX3" fmla="*/ 5334000 w 5334000"/>
              <a:gd name="connsiteY3" fmla="*/ 203200 h 2209800"/>
              <a:gd name="connisteX4" fmla="*/ 5334000 w 5334000"/>
              <a:gd name="connsiteY4" fmla="*/ 2006600 h 2209800"/>
              <a:gd name="connisteX5" fmla="*/ 5130800 w 5334000"/>
              <a:gd name="connsiteY5" fmla="*/ 2209800 h 2209800"/>
              <a:gd name="connisteX6" fmla="*/ 203200 w 5334000"/>
              <a:gd name="connsiteY6" fmla="*/ 2209800 h 2209800"/>
              <a:gd name="connisteX7" fmla="*/ 0 w 5334000"/>
              <a:gd name="connsiteY7" fmla="*/ 2006600 h 2209800"/>
              <a:gd name="connisteX8" fmla="*/ 0 w 5334000"/>
              <a:gd name="connsiteY8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334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2006600"/>
                </a:lnTo>
                <a:cubicBezTo>
                  <a:pt x="5334000" y="2118824"/>
                  <a:pt x="5243024" y="2209800"/>
                  <a:pt x="5130800" y="2209800"/>
                </a:cubicBez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0" name="图片占位符 19"/>
          <p:cNvSpPr>
            <a:spLocks noGrp="1"/>
          </p:cNvSpPr>
          <p:nvPr>
            <p:ph type="pic" idx="16401" hasCustomPrompt="1"/>
            <p:custDataLst>
              <p:tags r:id="rId16"/>
            </p:custDataLst>
          </p:nvPr>
        </p:nvSpPr>
        <p:spPr>
          <a:xfrm>
            <a:off x="6553200" y="4533900"/>
            <a:ext cx="1219200" cy="1219200"/>
          </a:xfrm>
          <a:custGeom>
            <a:avLst/>
            <a:gdLst>
              <a:gd name="connisteX0" fmla="*/ 0 w 1219200"/>
              <a:gd name="connsiteY0" fmla="*/ 609600 h 1219200"/>
              <a:gd name="connisteX1" fmla="*/ 609600 w 1219200"/>
              <a:gd name="connsiteY1" fmla="*/ 0 h 1219200"/>
              <a:gd name="connisteX2" fmla="*/ 609600 w 1219200"/>
              <a:gd name="connsiteY2" fmla="*/ 0 h 1219200"/>
              <a:gd name="connisteX3" fmla="*/ 1219200 w 1219200"/>
              <a:gd name="connsiteY3" fmla="*/ 609600 h 1219200"/>
              <a:gd name="connisteX4" fmla="*/ 1219200 w 1219200"/>
              <a:gd name="connsiteY4" fmla="*/ 609600 h 1219200"/>
              <a:gd name="connisteX5" fmla="*/ 609600 w 1219200"/>
              <a:gd name="connsiteY5" fmla="*/ 1219200 h 1219200"/>
              <a:gd name="connisteX6" fmla="*/ 609600 w 1219200"/>
              <a:gd name="connsiteY6" fmla="*/ 1219200 h 1219200"/>
              <a:gd name="connisteX7" fmla="*/ 0 w 1219200"/>
              <a:gd name="connsiteY7" fmla="*/ 609600 h 1219200"/>
              <a:gd name="connisteX8" fmla="*/ 0 w 1219200"/>
              <a:gd name="connsiteY8" fmla="*/ 609600 h 1219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219200" h="1219200">
                <a:moveTo>
                  <a:pt x="0" y="609600"/>
                </a:moveTo>
                <a:cubicBezTo>
                  <a:pt x="0" y="272927"/>
                  <a:pt x="272927" y="0"/>
                  <a:pt x="609600" y="0"/>
                </a:cubicBezTo>
                <a:lnTo>
                  <a:pt x="609600" y="0"/>
                </a:lnTo>
                <a:cubicBezTo>
                  <a:pt x="946273" y="0"/>
                  <a:pt x="1219200" y="272927"/>
                  <a:pt x="1219200" y="609600"/>
                </a:cubicBezTo>
                <a:lnTo>
                  <a:pt x="1219200" y="609600"/>
                </a:lnTo>
                <a:cubicBezTo>
                  <a:pt x="1219200" y="946273"/>
                  <a:pt x="946273" y="1219200"/>
                  <a:pt x="609600" y="1219200"/>
                </a:cubicBezTo>
                <a:lnTo>
                  <a:pt x="609600" y="1219200"/>
                </a:lnTo>
                <a:cubicBezTo>
                  <a:pt x="272927" y="1219200"/>
                  <a:pt x="0" y="946273"/>
                  <a:pt x="0" y="609600"/>
                </a:cubicBezTo>
                <a:lnTo>
                  <a:pt x="0" y="6096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21" name="文本占位符 20"/>
          <p:cNvSpPr>
            <a:spLocks noGrp="1"/>
          </p:cNvSpPr>
          <p:nvPr>
            <p:ph type="body" idx="16392" hasCustomPrompt="1"/>
            <p:custDataLst>
              <p:tags r:id="rId17"/>
            </p:custDataLst>
          </p:nvPr>
        </p:nvSpPr>
        <p:spPr>
          <a:xfrm>
            <a:off x="8026400" y="4279900"/>
            <a:ext cx="3251200" cy="406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2" name="文本占位符 21"/>
          <p:cNvSpPr>
            <a:spLocks noGrp="1"/>
          </p:cNvSpPr>
          <p:nvPr>
            <p:ph type="body" idx="16393" hasCustomPrompt="1"/>
            <p:custDataLst>
              <p:tags r:id="rId18"/>
            </p:custDataLst>
          </p:nvPr>
        </p:nvSpPr>
        <p:spPr>
          <a:xfrm>
            <a:off x="8026400" y="4787900"/>
            <a:ext cx="32512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2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90" hasCustomPrompt="1"/>
            <p:custDataLst>
              <p:tags r:id="rId3"/>
            </p:custDataLst>
          </p:nvPr>
        </p:nvSpPr>
        <p:spPr>
          <a:xfrm>
            <a:off x="609600" y="1524000"/>
            <a:ext cx="5486400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6553200" y="2413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6553200" y="2971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6553200" y="4191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6389" hasCustomPrompt="1"/>
            <p:custDataLst>
              <p:tags r:id="rId7"/>
            </p:custDataLst>
          </p:nvPr>
        </p:nvSpPr>
        <p:spPr>
          <a:xfrm>
            <a:off x="6553200" y="4749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2_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92" hasCustomPrompt="1"/>
            <p:custDataLst>
              <p:tags r:id="rId3"/>
            </p:custDataLst>
          </p:nvPr>
        </p:nvSpPr>
        <p:spPr>
          <a:xfrm>
            <a:off x="609600" y="1524000"/>
            <a:ext cx="5486400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6553200" y="1524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6553200" y="2082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6553200" y="3302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6389" hasCustomPrompt="1"/>
            <p:custDataLst>
              <p:tags r:id="rId7"/>
            </p:custDataLst>
          </p:nvPr>
        </p:nvSpPr>
        <p:spPr>
          <a:xfrm>
            <a:off x="6553200" y="3860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90" hasCustomPrompt="1"/>
            <p:custDataLst>
              <p:tags r:id="rId8"/>
            </p:custDataLst>
          </p:nvPr>
        </p:nvSpPr>
        <p:spPr>
          <a:xfrm>
            <a:off x="6553200" y="5080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1" hasCustomPrompt="1"/>
            <p:custDataLst>
              <p:tags r:id="rId9"/>
            </p:custDataLst>
          </p:nvPr>
        </p:nvSpPr>
        <p:spPr>
          <a:xfrm>
            <a:off x="6553200" y="5638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3_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600" y="1524000"/>
            <a:ext cx="3556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6" hasCustomPrompt="1"/>
            <p:custDataLst>
              <p:tags r:id="rId4"/>
            </p:custDataLst>
          </p:nvPr>
        </p:nvSpPr>
        <p:spPr>
          <a:xfrm>
            <a:off x="609600" y="2082800"/>
            <a:ext cx="3556000" cy="1727200"/>
          </a:xfrm>
          <a:custGeom>
            <a:avLst/>
            <a:gdLst>
              <a:gd name="connisteX0" fmla="*/ 0 w 3556000"/>
              <a:gd name="connsiteY0" fmla="*/ 203200 h 1727200"/>
              <a:gd name="connisteX1" fmla="*/ 203200 w 3556000"/>
              <a:gd name="connsiteY1" fmla="*/ 0 h 1727200"/>
              <a:gd name="connisteX2" fmla="*/ 3352800 w 3556000"/>
              <a:gd name="connsiteY2" fmla="*/ 0 h 1727200"/>
              <a:gd name="connisteX3" fmla="*/ 3556000 w 3556000"/>
              <a:gd name="connsiteY3" fmla="*/ 203200 h 1727200"/>
              <a:gd name="connisteX4" fmla="*/ 3556000 w 3556000"/>
              <a:gd name="connsiteY4" fmla="*/ 1524000 h 1727200"/>
              <a:gd name="connisteX5" fmla="*/ 3352800 w 3556000"/>
              <a:gd name="connsiteY5" fmla="*/ 1727200 h 1727200"/>
              <a:gd name="connisteX6" fmla="*/ 203200 w 3556000"/>
              <a:gd name="connsiteY6" fmla="*/ 1727200 h 1727200"/>
              <a:gd name="connisteX7" fmla="*/ 0 w 3556000"/>
              <a:gd name="connsiteY7" fmla="*/ 1524000 h 1727200"/>
              <a:gd name="connisteX8" fmla="*/ 0 w 3556000"/>
              <a:gd name="connsiteY8" fmla="*/ 2032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556000" h="1727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352800" y="0"/>
                </a:lnTo>
                <a:cubicBezTo>
                  <a:pt x="3465024" y="0"/>
                  <a:pt x="3556000" y="90976"/>
                  <a:pt x="3556000" y="203200"/>
                </a:cubicBezTo>
                <a:lnTo>
                  <a:pt x="3556000" y="1524000"/>
                </a:lnTo>
                <a:cubicBezTo>
                  <a:pt x="3556000" y="1636224"/>
                  <a:pt x="3465024" y="1727200"/>
                  <a:pt x="3352800" y="1727200"/>
                </a:cubicBezTo>
                <a:lnTo>
                  <a:pt x="203200" y="1727200"/>
                </a:lnTo>
                <a:cubicBezTo>
                  <a:pt x="90976" y="1727200"/>
                  <a:pt x="0" y="1636224"/>
                  <a:pt x="0" y="1524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914400" y="2641600"/>
            <a:ext cx="2946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4318000" y="1524000"/>
            <a:ext cx="3556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7" hasCustomPrompt="1"/>
            <p:custDataLst>
              <p:tags r:id="rId7"/>
            </p:custDataLst>
          </p:nvPr>
        </p:nvSpPr>
        <p:spPr>
          <a:xfrm>
            <a:off x="4318000" y="2082800"/>
            <a:ext cx="3556000" cy="1727200"/>
          </a:xfrm>
          <a:custGeom>
            <a:avLst/>
            <a:gdLst>
              <a:gd name="connisteX0" fmla="*/ 0 w 3556000"/>
              <a:gd name="connsiteY0" fmla="*/ 203200 h 1727200"/>
              <a:gd name="connisteX1" fmla="*/ 203200 w 3556000"/>
              <a:gd name="connsiteY1" fmla="*/ 0 h 1727200"/>
              <a:gd name="connisteX2" fmla="*/ 3352800 w 3556000"/>
              <a:gd name="connsiteY2" fmla="*/ 0 h 1727200"/>
              <a:gd name="connisteX3" fmla="*/ 3556000 w 3556000"/>
              <a:gd name="connsiteY3" fmla="*/ 203200 h 1727200"/>
              <a:gd name="connisteX4" fmla="*/ 3556000 w 3556000"/>
              <a:gd name="connsiteY4" fmla="*/ 1524000 h 1727200"/>
              <a:gd name="connisteX5" fmla="*/ 3352800 w 3556000"/>
              <a:gd name="connsiteY5" fmla="*/ 1727200 h 1727200"/>
              <a:gd name="connisteX6" fmla="*/ 203200 w 3556000"/>
              <a:gd name="connsiteY6" fmla="*/ 1727200 h 1727200"/>
              <a:gd name="connisteX7" fmla="*/ 0 w 3556000"/>
              <a:gd name="connsiteY7" fmla="*/ 1524000 h 1727200"/>
              <a:gd name="connisteX8" fmla="*/ 0 w 3556000"/>
              <a:gd name="connsiteY8" fmla="*/ 2032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556000" h="1727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352800" y="0"/>
                </a:lnTo>
                <a:cubicBezTo>
                  <a:pt x="3465024" y="0"/>
                  <a:pt x="3556000" y="90976"/>
                  <a:pt x="3556000" y="203200"/>
                </a:cubicBezTo>
                <a:lnTo>
                  <a:pt x="3556000" y="1524000"/>
                </a:lnTo>
                <a:cubicBezTo>
                  <a:pt x="3556000" y="1636224"/>
                  <a:pt x="3465024" y="1727200"/>
                  <a:pt x="3352800" y="1727200"/>
                </a:cubicBezTo>
                <a:lnTo>
                  <a:pt x="203200" y="1727200"/>
                </a:lnTo>
                <a:cubicBezTo>
                  <a:pt x="90976" y="1727200"/>
                  <a:pt x="0" y="1636224"/>
                  <a:pt x="0" y="1524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4622800" y="2641600"/>
            <a:ext cx="2946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 hasCustomPrompt="1"/>
            <p:custDataLst>
              <p:tags r:id="rId9"/>
            </p:custDataLst>
          </p:nvPr>
        </p:nvSpPr>
        <p:spPr>
          <a:xfrm>
            <a:off x="8026400" y="1524000"/>
            <a:ext cx="3556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8" hasCustomPrompt="1"/>
            <p:custDataLst>
              <p:tags r:id="rId10"/>
            </p:custDataLst>
          </p:nvPr>
        </p:nvSpPr>
        <p:spPr>
          <a:xfrm>
            <a:off x="8026400" y="2082800"/>
            <a:ext cx="3556000" cy="1727200"/>
          </a:xfrm>
          <a:custGeom>
            <a:avLst/>
            <a:gdLst>
              <a:gd name="connisteX0" fmla="*/ 0 w 3556000"/>
              <a:gd name="connsiteY0" fmla="*/ 203200 h 1727200"/>
              <a:gd name="connisteX1" fmla="*/ 203200 w 3556000"/>
              <a:gd name="connsiteY1" fmla="*/ 0 h 1727200"/>
              <a:gd name="connisteX2" fmla="*/ 3352800 w 3556000"/>
              <a:gd name="connsiteY2" fmla="*/ 0 h 1727200"/>
              <a:gd name="connisteX3" fmla="*/ 3556000 w 3556000"/>
              <a:gd name="connsiteY3" fmla="*/ 203200 h 1727200"/>
              <a:gd name="connisteX4" fmla="*/ 3556000 w 3556000"/>
              <a:gd name="connsiteY4" fmla="*/ 1524000 h 1727200"/>
              <a:gd name="connisteX5" fmla="*/ 3352800 w 3556000"/>
              <a:gd name="connsiteY5" fmla="*/ 1727200 h 1727200"/>
              <a:gd name="connisteX6" fmla="*/ 203200 w 3556000"/>
              <a:gd name="connsiteY6" fmla="*/ 1727200 h 1727200"/>
              <a:gd name="connisteX7" fmla="*/ 0 w 3556000"/>
              <a:gd name="connsiteY7" fmla="*/ 1524000 h 1727200"/>
              <a:gd name="connisteX8" fmla="*/ 0 w 3556000"/>
              <a:gd name="connsiteY8" fmla="*/ 2032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556000" h="1727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352800" y="0"/>
                </a:lnTo>
                <a:cubicBezTo>
                  <a:pt x="3465024" y="0"/>
                  <a:pt x="3556000" y="90976"/>
                  <a:pt x="3556000" y="203200"/>
                </a:cubicBezTo>
                <a:lnTo>
                  <a:pt x="3556000" y="1524000"/>
                </a:lnTo>
                <a:cubicBezTo>
                  <a:pt x="3556000" y="1636224"/>
                  <a:pt x="3465024" y="1727200"/>
                  <a:pt x="3352800" y="1727200"/>
                </a:cubicBezTo>
                <a:lnTo>
                  <a:pt x="203200" y="1727200"/>
                </a:lnTo>
                <a:cubicBezTo>
                  <a:pt x="90976" y="1727200"/>
                  <a:pt x="0" y="1636224"/>
                  <a:pt x="0" y="1524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8331200" y="2641600"/>
            <a:ext cx="2946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92" hasCustomPrompt="1"/>
            <p:custDataLst>
              <p:tags r:id="rId12"/>
            </p:custDataLst>
          </p:nvPr>
        </p:nvSpPr>
        <p:spPr>
          <a:xfrm>
            <a:off x="609600" y="3962400"/>
            <a:ext cx="3556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16399" hasCustomPrompt="1"/>
            <p:custDataLst>
              <p:tags r:id="rId13"/>
            </p:custDataLst>
          </p:nvPr>
        </p:nvSpPr>
        <p:spPr>
          <a:xfrm>
            <a:off x="609600" y="4521200"/>
            <a:ext cx="3556000" cy="1727200"/>
          </a:xfrm>
          <a:custGeom>
            <a:avLst/>
            <a:gdLst>
              <a:gd name="connisteX0" fmla="*/ 0 w 3556000"/>
              <a:gd name="connsiteY0" fmla="*/ 203200 h 1727200"/>
              <a:gd name="connisteX1" fmla="*/ 203200 w 3556000"/>
              <a:gd name="connsiteY1" fmla="*/ 0 h 1727200"/>
              <a:gd name="connisteX2" fmla="*/ 3352800 w 3556000"/>
              <a:gd name="connsiteY2" fmla="*/ 0 h 1727200"/>
              <a:gd name="connisteX3" fmla="*/ 3556000 w 3556000"/>
              <a:gd name="connsiteY3" fmla="*/ 203200 h 1727200"/>
              <a:gd name="connisteX4" fmla="*/ 3556000 w 3556000"/>
              <a:gd name="connsiteY4" fmla="*/ 1524000 h 1727200"/>
              <a:gd name="connisteX5" fmla="*/ 3352800 w 3556000"/>
              <a:gd name="connsiteY5" fmla="*/ 1727200 h 1727200"/>
              <a:gd name="connisteX6" fmla="*/ 203200 w 3556000"/>
              <a:gd name="connsiteY6" fmla="*/ 1727200 h 1727200"/>
              <a:gd name="connisteX7" fmla="*/ 0 w 3556000"/>
              <a:gd name="connsiteY7" fmla="*/ 1524000 h 1727200"/>
              <a:gd name="connisteX8" fmla="*/ 0 w 3556000"/>
              <a:gd name="connsiteY8" fmla="*/ 2032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556000" h="1727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352800" y="0"/>
                </a:lnTo>
                <a:cubicBezTo>
                  <a:pt x="3465024" y="0"/>
                  <a:pt x="3556000" y="90976"/>
                  <a:pt x="3556000" y="203200"/>
                </a:cubicBezTo>
                <a:lnTo>
                  <a:pt x="3556000" y="1524000"/>
                </a:lnTo>
                <a:cubicBezTo>
                  <a:pt x="3556000" y="1636224"/>
                  <a:pt x="3465024" y="1727200"/>
                  <a:pt x="3352800" y="1727200"/>
                </a:cubicBezTo>
                <a:lnTo>
                  <a:pt x="203200" y="1727200"/>
                </a:lnTo>
                <a:cubicBezTo>
                  <a:pt x="90976" y="1727200"/>
                  <a:pt x="0" y="1636224"/>
                  <a:pt x="0" y="1524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3" hasCustomPrompt="1"/>
            <p:custDataLst>
              <p:tags r:id="rId14"/>
            </p:custDataLst>
          </p:nvPr>
        </p:nvSpPr>
        <p:spPr>
          <a:xfrm>
            <a:off x="914400" y="5080000"/>
            <a:ext cx="2946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94" hasCustomPrompt="1"/>
            <p:custDataLst>
              <p:tags r:id="rId15"/>
            </p:custDataLst>
          </p:nvPr>
        </p:nvSpPr>
        <p:spPr>
          <a:xfrm>
            <a:off x="4318000" y="3962400"/>
            <a:ext cx="3556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400" hasCustomPrompt="1"/>
            <p:custDataLst>
              <p:tags r:id="rId16"/>
            </p:custDataLst>
          </p:nvPr>
        </p:nvSpPr>
        <p:spPr>
          <a:xfrm>
            <a:off x="4318000" y="4521200"/>
            <a:ext cx="3556000" cy="1727200"/>
          </a:xfrm>
          <a:custGeom>
            <a:avLst/>
            <a:gdLst>
              <a:gd name="connisteX0" fmla="*/ 0 w 3556000"/>
              <a:gd name="connsiteY0" fmla="*/ 203200 h 1727200"/>
              <a:gd name="connisteX1" fmla="*/ 203200 w 3556000"/>
              <a:gd name="connsiteY1" fmla="*/ 0 h 1727200"/>
              <a:gd name="connisteX2" fmla="*/ 3352800 w 3556000"/>
              <a:gd name="connsiteY2" fmla="*/ 0 h 1727200"/>
              <a:gd name="connisteX3" fmla="*/ 3556000 w 3556000"/>
              <a:gd name="connsiteY3" fmla="*/ 203200 h 1727200"/>
              <a:gd name="connisteX4" fmla="*/ 3556000 w 3556000"/>
              <a:gd name="connsiteY4" fmla="*/ 1524000 h 1727200"/>
              <a:gd name="connisteX5" fmla="*/ 3352800 w 3556000"/>
              <a:gd name="connsiteY5" fmla="*/ 1727200 h 1727200"/>
              <a:gd name="connisteX6" fmla="*/ 203200 w 3556000"/>
              <a:gd name="connsiteY6" fmla="*/ 1727200 h 1727200"/>
              <a:gd name="connisteX7" fmla="*/ 0 w 3556000"/>
              <a:gd name="connsiteY7" fmla="*/ 1524000 h 1727200"/>
              <a:gd name="connisteX8" fmla="*/ 0 w 3556000"/>
              <a:gd name="connsiteY8" fmla="*/ 203200 h 1727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556000" h="1727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352800" y="0"/>
                </a:lnTo>
                <a:cubicBezTo>
                  <a:pt x="3465024" y="0"/>
                  <a:pt x="3556000" y="90976"/>
                  <a:pt x="3556000" y="203200"/>
                </a:cubicBezTo>
                <a:lnTo>
                  <a:pt x="3556000" y="1524000"/>
                </a:lnTo>
                <a:cubicBezTo>
                  <a:pt x="3556000" y="1636224"/>
                  <a:pt x="3465024" y="1727200"/>
                  <a:pt x="3352800" y="1727200"/>
                </a:cubicBezTo>
                <a:lnTo>
                  <a:pt x="203200" y="1727200"/>
                </a:lnTo>
                <a:cubicBezTo>
                  <a:pt x="90976" y="1727200"/>
                  <a:pt x="0" y="1636224"/>
                  <a:pt x="0" y="1524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95" hasCustomPrompt="1"/>
            <p:custDataLst>
              <p:tags r:id="rId17"/>
            </p:custDataLst>
          </p:nvPr>
        </p:nvSpPr>
        <p:spPr>
          <a:xfrm>
            <a:off x="4622800" y="5080000"/>
            <a:ext cx="2946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3_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600" y="23368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2" hasCustomPrompt="1"/>
            <p:custDataLst>
              <p:tags r:id="rId4"/>
            </p:custDataLst>
          </p:nvPr>
        </p:nvSpPr>
        <p:spPr>
          <a:xfrm>
            <a:off x="609600" y="2895600"/>
            <a:ext cx="3454400" cy="2540000"/>
          </a:xfrm>
          <a:custGeom>
            <a:avLst/>
            <a:gdLst>
              <a:gd name="connisteX0" fmla="*/ 0 w 3454400"/>
              <a:gd name="connsiteY0" fmla="*/ 203200 h 2540000"/>
              <a:gd name="connisteX1" fmla="*/ 203200 w 3454400"/>
              <a:gd name="connsiteY1" fmla="*/ 0 h 2540000"/>
              <a:gd name="connisteX2" fmla="*/ 3251200 w 3454400"/>
              <a:gd name="connsiteY2" fmla="*/ 0 h 2540000"/>
              <a:gd name="connisteX3" fmla="*/ 3454400 w 3454400"/>
              <a:gd name="connsiteY3" fmla="*/ 203200 h 2540000"/>
              <a:gd name="connisteX4" fmla="*/ 3454400 w 3454400"/>
              <a:gd name="connsiteY4" fmla="*/ 2336800 h 2540000"/>
              <a:gd name="connisteX5" fmla="*/ 3251200 w 3454400"/>
              <a:gd name="connsiteY5" fmla="*/ 2540000 h 2540000"/>
              <a:gd name="connisteX6" fmla="*/ 203200 w 3454400"/>
              <a:gd name="connsiteY6" fmla="*/ 2540000 h 2540000"/>
              <a:gd name="connisteX7" fmla="*/ 0 w 3454400"/>
              <a:gd name="connsiteY7" fmla="*/ 2336800 h 2540000"/>
              <a:gd name="connisteX8" fmla="*/ 0 w 3454400"/>
              <a:gd name="connsiteY8" fmla="*/ 203200 h 2540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540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336800"/>
                </a:lnTo>
                <a:cubicBezTo>
                  <a:pt x="3454400" y="2449024"/>
                  <a:pt x="3363424" y="2540000"/>
                  <a:pt x="3251200" y="2540000"/>
                </a:cubicBezTo>
                <a:lnTo>
                  <a:pt x="203200" y="2540000"/>
                </a:lnTo>
                <a:cubicBezTo>
                  <a:pt x="90976" y="2540000"/>
                  <a:pt x="0" y="2449024"/>
                  <a:pt x="0" y="23368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914400" y="3860800"/>
            <a:ext cx="2844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4368800" y="23368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4368800" y="2895600"/>
            <a:ext cx="3454400" cy="2540000"/>
          </a:xfrm>
          <a:custGeom>
            <a:avLst/>
            <a:gdLst>
              <a:gd name="connisteX0" fmla="*/ 0 w 3454400"/>
              <a:gd name="connsiteY0" fmla="*/ 203200 h 2540000"/>
              <a:gd name="connisteX1" fmla="*/ 203200 w 3454400"/>
              <a:gd name="connsiteY1" fmla="*/ 0 h 2540000"/>
              <a:gd name="connisteX2" fmla="*/ 3251200 w 3454400"/>
              <a:gd name="connsiteY2" fmla="*/ 0 h 2540000"/>
              <a:gd name="connisteX3" fmla="*/ 3454400 w 3454400"/>
              <a:gd name="connsiteY3" fmla="*/ 203200 h 2540000"/>
              <a:gd name="connisteX4" fmla="*/ 3454400 w 3454400"/>
              <a:gd name="connsiteY4" fmla="*/ 2336800 h 2540000"/>
              <a:gd name="connisteX5" fmla="*/ 3251200 w 3454400"/>
              <a:gd name="connsiteY5" fmla="*/ 2540000 h 2540000"/>
              <a:gd name="connisteX6" fmla="*/ 203200 w 3454400"/>
              <a:gd name="connsiteY6" fmla="*/ 2540000 h 2540000"/>
              <a:gd name="connisteX7" fmla="*/ 0 w 3454400"/>
              <a:gd name="connsiteY7" fmla="*/ 2336800 h 2540000"/>
              <a:gd name="connisteX8" fmla="*/ 0 w 3454400"/>
              <a:gd name="connsiteY8" fmla="*/ 203200 h 2540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540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336800"/>
                </a:lnTo>
                <a:cubicBezTo>
                  <a:pt x="3454400" y="2449024"/>
                  <a:pt x="3363424" y="2540000"/>
                  <a:pt x="3251200" y="2540000"/>
                </a:cubicBezTo>
                <a:lnTo>
                  <a:pt x="203200" y="2540000"/>
                </a:lnTo>
                <a:cubicBezTo>
                  <a:pt x="90976" y="2540000"/>
                  <a:pt x="0" y="2449024"/>
                  <a:pt x="0" y="23368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4673600" y="3860800"/>
            <a:ext cx="2844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 hasCustomPrompt="1"/>
            <p:custDataLst>
              <p:tags r:id="rId9"/>
            </p:custDataLst>
          </p:nvPr>
        </p:nvSpPr>
        <p:spPr>
          <a:xfrm>
            <a:off x="8128000" y="23368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8128000" y="2895600"/>
            <a:ext cx="3454400" cy="2540000"/>
          </a:xfrm>
          <a:custGeom>
            <a:avLst/>
            <a:gdLst>
              <a:gd name="connisteX0" fmla="*/ 0 w 3454400"/>
              <a:gd name="connsiteY0" fmla="*/ 203200 h 2540000"/>
              <a:gd name="connisteX1" fmla="*/ 203200 w 3454400"/>
              <a:gd name="connsiteY1" fmla="*/ 0 h 2540000"/>
              <a:gd name="connisteX2" fmla="*/ 3251200 w 3454400"/>
              <a:gd name="connsiteY2" fmla="*/ 0 h 2540000"/>
              <a:gd name="connisteX3" fmla="*/ 3454400 w 3454400"/>
              <a:gd name="connsiteY3" fmla="*/ 203200 h 2540000"/>
              <a:gd name="connisteX4" fmla="*/ 3454400 w 3454400"/>
              <a:gd name="connsiteY4" fmla="*/ 2336800 h 2540000"/>
              <a:gd name="connisteX5" fmla="*/ 3251200 w 3454400"/>
              <a:gd name="connsiteY5" fmla="*/ 2540000 h 2540000"/>
              <a:gd name="connisteX6" fmla="*/ 203200 w 3454400"/>
              <a:gd name="connsiteY6" fmla="*/ 2540000 h 2540000"/>
              <a:gd name="connisteX7" fmla="*/ 0 w 3454400"/>
              <a:gd name="connsiteY7" fmla="*/ 2336800 h 2540000"/>
              <a:gd name="connisteX8" fmla="*/ 0 w 3454400"/>
              <a:gd name="connsiteY8" fmla="*/ 203200 h 2540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540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336800"/>
                </a:lnTo>
                <a:cubicBezTo>
                  <a:pt x="3454400" y="2449024"/>
                  <a:pt x="3363424" y="2540000"/>
                  <a:pt x="3251200" y="2540000"/>
                </a:cubicBezTo>
                <a:lnTo>
                  <a:pt x="203200" y="2540000"/>
                </a:lnTo>
                <a:cubicBezTo>
                  <a:pt x="90976" y="2540000"/>
                  <a:pt x="0" y="2449024"/>
                  <a:pt x="0" y="23368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8432800" y="3860800"/>
            <a:ext cx="2844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9_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92" hasCustomPrompt="1"/>
            <p:custDataLst>
              <p:tags r:id="rId3"/>
            </p:custDataLst>
          </p:nvPr>
        </p:nvSpPr>
        <p:spPr>
          <a:xfrm>
            <a:off x="609600" y="1524000"/>
            <a:ext cx="3454400" cy="3251200"/>
          </a:xfrm>
          <a:custGeom>
            <a:avLst/>
            <a:gdLst>
              <a:gd name="connisteX0" fmla="*/ 0 w 3454400"/>
              <a:gd name="connsiteY0" fmla="*/ 203200 h 3251200"/>
              <a:gd name="connisteX1" fmla="*/ 203200 w 3454400"/>
              <a:gd name="connsiteY1" fmla="*/ 0 h 3251200"/>
              <a:gd name="connisteX2" fmla="*/ 3251200 w 3454400"/>
              <a:gd name="connsiteY2" fmla="*/ 0 h 3251200"/>
              <a:gd name="connisteX3" fmla="*/ 3454400 w 3454400"/>
              <a:gd name="connsiteY3" fmla="*/ 203200 h 3251200"/>
              <a:gd name="connisteX4" fmla="*/ 3454400 w 3454400"/>
              <a:gd name="connsiteY4" fmla="*/ 3048000 h 3251200"/>
              <a:gd name="connisteX5" fmla="*/ 3251200 w 3454400"/>
              <a:gd name="connsiteY5" fmla="*/ 3251200 h 3251200"/>
              <a:gd name="connisteX6" fmla="*/ 203200 w 3454400"/>
              <a:gd name="connsiteY6" fmla="*/ 3251200 h 3251200"/>
              <a:gd name="connisteX7" fmla="*/ 0 w 3454400"/>
              <a:gd name="connsiteY7" fmla="*/ 3048000 h 3251200"/>
              <a:gd name="connisteX8" fmla="*/ 0 w 3454400"/>
              <a:gd name="connsiteY8" fmla="*/ 203200 h 3251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3251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048000"/>
                </a:lnTo>
                <a:cubicBezTo>
                  <a:pt x="3454400" y="3160224"/>
                  <a:pt x="3363424" y="3251200"/>
                  <a:pt x="3251200" y="3251200"/>
                </a:cubicBezTo>
                <a:lnTo>
                  <a:pt x="203200" y="3251200"/>
                </a:lnTo>
                <a:cubicBezTo>
                  <a:pt x="90976" y="3251200"/>
                  <a:pt x="0" y="3160224"/>
                  <a:pt x="0" y="3048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609600" y="50800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609600" y="5638800"/>
            <a:ext cx="3454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内容占位符 9"/>
          <p:cNvSpPr>
            <a:spLocks noGrp="1"/>
          </p:cNvSpPr>
          <p:nvPr>
            <p:ph idx="16393" hasCustomPrompt="1"/>
            <p:custDataLst>
              <p:tags r:id="rId6"/>
            </p:custDataLst>
          </p:nvPr>
        </p:nvSpPr>
        <p:spPr>
          <a:xfrm>
            <a:off x="4368800" y="1524000"/>
            <a:ext cx="3454400" cy="3251200"/>
          </a:xfrm>
          <a:custGeom>
            <a:avLst/>
            <a:gdLst>
              <a:gd name="connisteX0" fmla="*/ 0 w 3454400"/>
              <a:gd name="connsiteY0" fmla="*/ 203200 h 3251200"/>
              <a:gd name="connisteX1" fmla="*/ 203200 w 3454400"/>
              <a:gd name="connsiteY1" fmla="*/ 0 h 3251200"/>
              <a:gd name="connisteX2" fmla="*/ 3251200 w 3454400"/>
              <a:gd name="connsiteY2" fmla="*/ 0 h 3251200"/>
              <a:gd name="connisteX3" fmla="*/ 3454400 w 3454400"/>
              <a:gd name="connsiteY3" fmla="*/ 203200 h 3251200"/>
              <a:gd name="connisteX4" fmla="*/ 3454400 w 3454400"/>
              <a:gd name="connsiteY4" fmla="*/ 3048000 h 3251200"/>
              <a:gd name="connisteX5" fmla="*/ 3251200 w 3454400"/>
              <a:gd name="connsiteY5" fmla="*/ 3251200 h 3251200"/>
              <a:gd name="connisteX6" fmla="*/ 203200 w 3454400"/>
              <a:gd name="connsiteY6" fmla="*/ 3251200 h 3251200"/>
              <a:gd name="connisteX7" fmla="*/ 0 w 3454400"/>
              <a:gd name="connsiteY7" fmla="*/ 3048000 h 3251200"/>
              <a:gd name="connisteX8" fmla="*/ 0 w 3454400"/>
              <a:gd name="connsiteY8" fmla="*/ 203200 h 3251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3251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048000"/>
                </a:lnTo>
                <a:cubicBezTo>
                  <a:pt x="3454400" y="3160224"/>
                  <a:pt x="3363424" y="3251200"/>
                  <a:pt x="3251200" y="3251200"/>
                </a:cubicBezTo>
                <a:lnTo>
                  <a:pt x="203200" y="3251200"/>
                </a:lnTo>
                <a:cubicBezTo>
                  <a:pt x="90976" y="3251200"/>
                  <a:pt x="0" y="3160224"/>
                  <a:pt x="0" y="3048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6388" hasCustomPrompt="1"/>
            <p:custDataLst>
              <p:tags r:id="rId7"/>
            </p:custDataLst>
          </p:nvPr>
        </p:nvSpPr>
        <p:spPr>
          <a:xfrm>
            <a:off x="4368800" y="50800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4368800" y="5638800"/>
            <a:ext cx="3454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内容占位符 12"/>
          <p:cNvSpPr>
            <a:spLocks noGrp="1"/>
          </p:cNvSpPr>
          <p:nvPr>
            <p:ph idx="16394" hasCustomPrompt="1"/>
            <p:custDataLst>
              <p:tags r:id="rId9"/>
            </p:custDataLst>
          </p:nvPr>
        </p:nvSpPr>
        <p:spPr>
          <a:xfrm>
            <a:off x="8128000" y="1524000"/>
            <a:ext cx="3454400" cy="3251200"/>
          </a:xfrm>
          <a:custGeom>
            <a:avLst/>
            <a:gdLst>
              <a:gd name="connisteX0" fmla="*/ 0 w 3454400"/>
              <a:gd name="connsiteY0" fmla="*/ 203200 h 3251200"/>
              <a:gd name="connisteX1" fmla="*/ 203200 w 3454400"/>
              <a:gd name="connsiteY1" fmla="*/ 0 h 3251200"/>
              <a:gd name="connisteX2" fmla="*/ 3251200 w 3454400"/>
              <a:gd name="connsiteY2" fmla="*/ 0 h 3251200"/>
              <a:gd name="connisteX3" fmla="*/ 3454400 w 3454400"/>
              <a:gd name="connsiteY3" fmla="*/ 203200 h 3251200"/>
              <a:gd name="connisteX4" fmla="*/ 3454400 w 3454400"/>
              <a:gd name="connsiteY4" fmla="*/ 3048000 h 3251200"/>
              <a:gd name="connisteX5" fmla="*/ 3251200 w 3454400"/>
              <a:gd name="connsiteY5" fmla="*/ 3251200 h 3251200"/>
              <a:gd name="connisteX6" fmla="*/ 203200 w 3454400"/>
              <a:gd name="connsiteY6" fmla="*/ 3251200 h 3251200"/>
              <a:gd name="connisteX7" fmla="*/ 0 w 3454400"/>
              <a:gd name="connsiteY7" fmla="*/ 3048000 h 3251200"/>
              <a:gd name="connisteX8" fmla="*/ 0 w 3454400"/>
              <a:gd name="connsiteY8" fmla="*/ 203200 h 3251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3251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048000"/>
                </a:lnTo>
                <a:cubicBezTo>
                  <a:pt x="3454400" y="3160224"/>
                  <a:pt x="3363424" y="3251200"/>
                  <a:pt x="3251200" y="3251200"/>
                </a:cubicBezTo>
                <a:lnTo>
                  <a:pt x="203200" y="3251200"/>
                </a:lnTo>
                <a:cubicBezTo>
                  <a:pt x="90976" y="3251200"/>
                  <a:pt x="0" y="3160224"/>
                  <a:pt x="0" y="3048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90" hasCustomPrompt="1"/>
            <p:custDataLst>
              <p:tags r:id="rId10"/>
            </p:custDataLst>
          </p:nvPr>
        </p:nvSpPr>
        <p:spPr>
          <a:xfrm>
            <a:off x="8128000" y="50800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8128000" y="5638800"/>
            <a:ext cx="3454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正文页-10009_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92" hasCustomPrompt="1"/>
            <p:custDataLst>
              <p:tags r:id="rId3"/>
            </p:custDataLst>
          </p:nvPr>
        </p:nvSpPr>
        <p:spPr>
          <a:xfrm>
            <a:off x="609600" y="1524000"/>
            <a:ext cx="3454400" cy="3251200"/>
          </a:xfrm>
          <a:custGeom>
            <a:avLst/>
            <a:gdLst>
              <a:gd name="connisteX0" fmla="*/ 0 w 3454400"/>
              <a:gd name="connsiteY0" fmla="*/ 203200 h 3251200"/>
              <a:gd name="connisteX1" fmla="*/ 203200 w 3454400"/>
              <a:gd name="connsiteY1" fmla="*/ 0 h 3251200"/>
              <a:gd name="connisteX2" fmla="*/ 3251200 w 3454400"/>
              <a:gd name="connsiteY2" fmla="*/ 0 h 3251200"/>
              <a:gd name="connisteX3" fmla="*/ 3454400 w 3454400"/>
              <a:gd name="connsiteY3" fmla="*/ 203200 h 3251200"/>
              <a:gd name="connisteX4" fmla="*/ 3454400 w 3454400"/>
              <a:gd name="connsiteY4" fmla="*/ 3048000 h 3251200"/>
              <a:gd name="connisteX5" fmla="*/ 3251200 w 3454400"/>
              <a:gd name="connsiteY5" fmla="*/ 3251200 h 3251200"/>
              <a:gd name="connisteX6" fmla="*/ 203200 w 3454400"/>
              <a:gd name="connsiteY6" fmla="*/ 3251200 h 3251200"/>
              <a:gd name="connisteX7" fmla="*/ 0 w 3454400"/>
              <a:gd name="connsiteY7" fmla="*/ 3048000 h 3251200"/>
              <a:gd name="connisteX8" fmla="*/ 0 w 3454400"/>
              <a:gd name="connsiteY8" fmla="*/ 203200 h 3251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3251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048000"/>
                </a:lnTo>
                <a:cubicBezTo>
                  <a:pt x="3454400" y="3160224"/>
                  <a:pt x="3363424" y="3251200"/>
                  <a:pt x="3251200" y="3251200"/>
                </a:cubicBezTo>
                <a:lnTo>
                  <a:pt x="203200" y="3251200"/>
                </a:lnTo>
                <a:cubicBezTo>
                  <a:pt x="90976" y="3251200"/>
                  <a:pt x="0" y="3160224"/>
                  <a:pt x="0" y="3048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609600" y="50800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609600" y="5638800"/>
            <a:ext cx="3454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内容占位符 9"/>
          <p:cNvSpPr>
            <a:spLocks noGrp="1"/>
          </p:cNvSpPr>
          <p:nvPr>
            <p:ph idx="16393" hasCustomPrompt="1"/>
            <p:custDataLst>
              <p:tags r:id="rId6"/>
            </p:custDataLst>
          </p:nvPr>
        </p:nvSpPr>
        <p:spPr>
          <a:xfrm>
            <a:off x="4368800" y="1524000"/>
            <a:ext cx="3454400" cy="3251200"/>
          </a:xfrm>
          <a:custGeom>
            <a:avLst/>
            <a:gdLst>
              <a:gd name="connisteX0" fmla="*/ 0 w 3454400"/>
              <a:gd name="connsiteY0" fmla="*/ 203200 h 3251200"/>
              <a:gd name="connisteX1" fmla="*/ 203200 w 3454400"/>
              <a:gd name="connsiteY1" fmla="*/ 0 h 3251200"/>
              <a:gd name="connisteX2" fmla="*/ 3251200 w 3454400"/>
              <a:gd name="connsiteY2" fmla="*/ 0 h 3251200"/>
              <a:gd name="connisteX3" fmla="*/ 3454400 w 3454400"/>
              <a:gd name="connsiteY3" fmla="*/ 203200 h 3251200"/>
              <a:gd name="connisteX4" fmla="*/ 3454400 w 3454400"/>
              <a:gd name="connsiteY4" fmla="*/ 3048000 h 3251200"/>
              <a:gd name="connisteX5" fmla="*/ 3251200 w 3454400"/>
              <a:gd name="connsiteY5" fmla="*/ 3251200 h 3251200"/>
              <a:gd name="connisteX6" fmla="*/ 203200 w 3454400"/>
              <a:gd name="connsiteY6" fmla="*/ 3251200 h 3251200"/>
              <a:gd name="connisteX7" fmla="*/ 0 w 3454400"/>
              <a:gd name="connsiteY7" fmla="*/ 3048000 h 3251200"/>
              <a:gd name="connisteX8" fmla="*/ 0 w 3454400"/>
              <a:gd name="connsiteY8" fmla="*/ 203200 h 3251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3251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048000"/>
                </a:lnTo>
                <a:cubicBezTo>
                  <a:pt x="3454400" y="3160224"/>
                  <a:pt x="3363424" y="3251200"/>
                  <a:pt x="3251200" y="3251200"/>
                </a:cubicBezTo>
                <a:lnTo>
                  <a:pt x="203200" y="3251200"/>
                </a:lnTo>
                <a:cubicBezTo>
                  <a:pt x="90976" y="3251200"/>
                  <a:pt x="0" y="3160224"/>
                  <a:pt x="0" y="3048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6388" hasCustomPrompt="1"/>
            <p:custDataLst>
              <p:tags r:id="rId7"/>
            </p:custDataLst>
          </p:nvPr>
        </p:nvSpPr>
        <p:spPr>
          <a:xfrm>
            <a:off x="4368800" y="50800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4368800" y="5638800"/>
            <a:ext cx="3454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内容占位符 12"/>
          <p:cNvSpPr>
            <a:spLocks noGrp="1"/>
          </p:cNvSpPr>
          <p:nvPr>
            <p:ph idx="16394" hasCustomPrompt="1"/>
            <p:custDataLst>
              <p:tags r:id="rId9"/>
            </p:custDataLst>
          </p:nvPr>
        </p:nvSpPr>
        <p:spPr>
          <a:xfrm>
            <a:off x="8128000" y="1524000"/>
            <a:ext cx="3454400" cy="3251200"/>
          </a:xfrm>
          <a:custGeom>
            <a:avLst/>
            <a:gdLst>
              <a:gd name="connisteX0" fmla="*/ 0 w 3454400"/>
              <a:gd name="connsiteY0" fmla="*/ 203200 h 3251200"/>
              <a:gd name="connisteX1" fmla="*/ 203200 w 3454400"/>
              <a:gd name="connsiteY1" fmla="*/ 0 h 3251200"/>
              <a:gd name="connisteX2" fmla="*/ 3251200 w 3454400"/>
              <a:gd name="connsiteY2" fmla="*/ 0 h 3251200"/>
              <a:gd name="connisteX3" fmla="*/ 3454400 w 3454400"/>
              <a:gd name="connsiteY3" fmla="*/ 203200 h 3251200"/>
              <a:gd name="connisteX4" fmla="*/ 3454400 w 3454400"/>
              <a:gd name="connsiteY4" fmla="*/ 3048000 h 3251200"/>
              <a:gd name="connisteX5" fmla="*/ 3251200 w 3454400"/>
              <a:gd name="connsiteY5" fmla="*/ 3251200 h 3251200"/>
              <a:gd name="connisteX6" fmla="*/ 203200 w 3454400"/>
              <a:gd name="connsiteY6" fmla="*/ 3251200 h 3251200"/>
              <a:gd name="connisteX7" fmla="*/ 0 w 3454400"/>
              <a:gd name="connsiteY7" fmla="*/ 3048000 h 3251200"/>
              <a:gd name="connisteX8" fmla="*/ 0 w 3454400"/>
              <a:gd name="connsiteY8" fmla="*/ 203200 h 3251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3251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048000"/>
                </a:lnTo>
                <a:cubicBezTo>
                  <a:pt x="3454400" y="3160224"/>
                  <a:pt x="3363424" y="3251200"/>
                  <a:pt x="3251200" y="3251200"/>
                </a:cubicBezTo>
                <a:lnTo>
                  <a:pt x="203200" y="3251200"/>
                </a:lnTo>
                <a:cubicBezTo>
                  <a:pt x="90976" y="3251200"/>
                  <a:pt x="0" y="3160224"/>
                  <a:pt x="0" y="30480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90" hasCustomPrompt="1"/>
            <p:custDataLst>
              <p:tags r:id="rId10"/>
            </p:custDataLst>
          </p:nvPr>
        </p:nvSpPr>
        <p:spPr>
          <a:xfrm>
            <a:off x="8128000" y="5080000"/>
            <a:ext cx="345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8128000" y="5638800"/>
            <a:ext cx="34544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3_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600" y="2336800"/>
            <a:ext cx="2514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4" hasCustomPrompt="1"/>
            <p:custDataLst>
              <p:tags r:id="rId4"/>
            </p:custDataLst>
          </p:nvPr>
        </p:nvSpPr>
        <p:spPr>
          <a:xfrm>
            <a:off x="609600" y="2895600"/>
            <a:ext cx="2514600" cy="2540000"/>
          </a:xfrm>
          <a:custGeom>
            <a:avLst/>
            <a:gdLst>
              <a:gd name="connisteX0" fmla="*/ 0 w 2514600"/>
              <a:gd name="connsiteY0" fmla="*/ 203200 h 2540000"/>
              <a:gd name="connisteX1" fmla="*/ 203200 w 2514600"/>
              <a:gd name="connsiteY1" fmla="*/ 0 h 2540000"/>
              <a:gd name="connisteX2" fmla="*/ 2311400 w 2514600"/>
              <a:gd name="connsiteY2" fmla="*/ 0 h 2540000"/>
              <a:gd name="connisteX3" fmla="*/ 2514600 w 2514600"/>
              <a:gd name="connsiteY3" fmla="*/ 203200 h 2540000"/>
              <a:gd name="connisteX4" fmla="*/ 2514600 w 2514600"/>
              <a:gd name="connsiteY4" fmla="*/ 2336800 h 2540000"/>
              <a:gd name="connisteX5" fmla="*/ 2311400 w 2514600"/>
              <a:gd name="connsiteY5" fmla="*/ 2540000 h 2540000"/>
              <a:gd name="connisteX6" fmla="*/ 203200 w 2514600"/>
              <a:gd name="connsiteY6" fmla="*/ 2540000 h 2540000"/>
              <a:gd name="connisteX7" fmla="*/ 0 w 2514600"/>
              <a:gd name="connsiteY7" fmla="*/ 2336800 h 2540000"/>
              <a:gd name="connisteX8" fmla="*/ 0 w 2514600"/>
              <a:gd name="connsiteY8" fmla="*/ 203200 h 2540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14600" h="2540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311400" y="0"/>
                </a:lnTo>
                <a:cubicBezTo>
                  <a:pt x="2423624" y="0"/>
                  <a:pt x="2514600" y="90976"/>
                  <a:pt x="2514600" y="203200"/>
                </a:cubicBezTo>
                <a:lnTo>
                  <a:pt x="2514600" y="2336800"/>
                </a:lnTo>
                <a:cubicBezTo>
                  <a:pt x="2514600" y="2449024"/>
                  <a:pt x="2423624" y="2540000"/>
                  <a:pt x="2311400" y="2540000"/>
                </a:cubicBezTo>
                <a:lnTo>
                  <a:pt x="203200" y="2540000"/>
                </a:lnTo>
                <a:cubicBezTo>
                  <a:pt x="90976" y="2540000"/>
                  <a:pt x="0" y="2449024"/>
                  <a:pt x="0" y="23368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914400" y="3860800"/>
            <a:ext cx="19050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3429000" y="2336800"/>
            <a:ext cx="2514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5" hasCustomPrompt="1"/>
            <p:custDataLst>
              <p:tags r:id="rId7"/>
            </p:custDataLst>
          </p:nvPr>
        </p:nvSpPr>
        <p:spPr>
          <a:xfrm>
            <a:off x="3429000" y="2895600"/>
            <a:ext cx="2514600" cy="2540000"/>
          </a:xfrm>
          <a:custGeom>
            <a:avLst/>
            <a:gdLst>
              <a:gd name="connisteX0" fmla="*/ 0 w 2514600"/>
              <a:gd name="connsiteY0" fmla="*/ 203200 h 2540000"/>
              <a:gd name="connisteX1" fmla="*/ 203200 w 2514600"/>
              <a:gd name="connsiteY1" fmla="*/ 0 h 2540000"/>
              <a:gd name="connisteX2" fmla="*/ 2311400 w 2514600"/>
              <a:gd name="connsiteY2" fmla="*/ 0 h 2540000"/>
              <a:gd name="connisteX3" fmla="*/ 2514600 w 2514600"/>
              <a:gd name="connsiteY3" fmla="*/ 203200 h 2540000"/>
              <a:gd name="connisteX4" fmla="*/ 2514600 w 2514600"/>
              <a:gd name="connsiteY4" fmla="*/ 2336800 h 2540000"/>
              <a:gd name="connisteX5" fmla="*/ 2311400 w 2514600"/>
              <a:gd name="connsiteY5" fmla="*/ 2540000 h 2540000"/>
              <a:gd name="connisteX6" fmla="*/ 203200 w 2514600"/>
              <a:gd name="connsiteY6" fmla="*/ 2540000 h 2540000"/>
              <a:gd name="connisteX7" fmla="*/ 0 w 2514600"/>
              <a:gd name="connsiteY7" fmla="*/ 2336800 h 2540000"/>
              <a:gd name="connisteX8" fmla="*/ 0 w 2514600"/>
              <a:gd name="connsiteY8" fmla="*/ 203200 h 2540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14600" h="2540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311400" y="0"/>
                </a:lnTo>
                <a:cubicBezTo>
                  <a:pt x="2423624" y="0"/>
                  <a:pt x="2514600" y="90976"/>
                  <a:pt x="2514600" y="203200"/>
                </a:cubicBezTo>
                <a:lnTo>
                  <a:pt x="2514600" y="2336800"/>
                </a:lnTo>
                <a:cubicBezTo>
                  <a:pt x="2514600" y="2449024"/>
                  <a:pt x="2423624" y="2540000"/>
                  <a:pt x="2311400" y="2540000"/>
                </a:cubicBezTo>
                <a:lnTo>
                  <a:pt x="203200" y="2540000"/>
                </a:lnTo>
                <a:cubicBezTo>
                  <a:pt x="90976" y="2540000"/>
                  <a:pt x="0" y="2449024"/>
                  <a:pt x="0" y="23368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3733800" y="3860800"/>
            <a:ext cx="19050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 hasCustomPrompt="1"/>
            <p:custDataLst>
              <p:tags r:id="rId9"/>
            </p:custDataLst>
          </p:nvPr>
        </p:nvSpPr>
        <p:spPr>
          <a:xfrm>
            <a:off x="6248400" y="2336800"/>
            <a:ext cx="2514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6" hasCustomPrompt="1"/>
            <p:custDataLst>
              <p:tags r:id="rId10"/>
            </p:custDataLst>
          </p:nvPr>
        </p:nvSpPr>
        <p:spPr>
          <a:xfrm>
            <a:off x="6248400" y="2895600"/>
            <a:ext cx="2514600" cy="2540000"/>
          </a:xfrm>
          <a:custGeom>
            <a:avLst/>
            <a:gdLst>
              <a:gd name="connisteX0" fmla="*/ 0 w 2514600"/>
              <a:gd name="connsiteY0" fmla="*/ 203200 h 2540000"/>
              <a:gd name="connisteX1" fmla="*/ 203200 w 2514600"/>
              <a:gd name="connsiteY1" fmla="*/ 0 h 2540000"/>
              <a:gd name="connisteX2" fmla="*/ 2311400 w 2514600"/>
              <a:gd name="connsiteY2" fmla="*/ 0 h 2540000"/>
              <a:gd name="connisteX3" fmla="*/ 2514600 w 2514600"/>
              <a:gd name="connsiteY3" fmla="*/ 203200 h 2540000"/>
              <a:gd name="connisteX4" fmla="*/ 2514600 w 2514600"/>
              <a:gd name="connsiteY4" fmla="*/ 2336800 h 2540000"/>
              <a:gd name="connisteX5" fmla="*/ 2311400 w 2514600"/>
              <a:gd name="connsiteY5" fmla="*/ 2540000 h 2540000"/>
              <a:gd name="connisteX6" fmla="*/ 203200 w 2514600"/>
              <a:gd name="connsiteY6" fmla="*/ 2540000 h 2540000"/>
              <a:gd name="connisteX7" fmla="*/ 0 w 2514600"/>
              <a:gd name="connsiteY7" fmla="*/ 2336800 h 2540000"/>
              <a:gd name="connisteX8" fmla="*/ 0 w 2514600"/>
              <a:gd name="connsiteY8" fmla="*/ 203200 h 2540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14600" h="2540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311400" y="0"/>
                </a:lnTo>
                <a:cubicBezTo>
                  <a:pt x="2423624" y="0"/>
                  <a:pt x="2514600" y="90976"/>
                  <a:pt x="2514600" y="203200"/>
                </a:cubicBezTo>
                <a:lnTo>
                  <a:pt x="2514600" y="2336800"/>
                </a:lnTo>
                <a:cubicBezTo>
                  <a:pt x="2514600" y="2449024"/>
                  <a:pt x="2423624" y="2540000"/>
                  <a:pt x="2311400" y="2540000"/>
                </a:cubicBezTo>
                <a:lnTo>
                  <a:pt x="203200" y="2540000"/>
                </a:lnTo>
                <a:cubicBezTo>
                  <a:pt x="90976" y="2540000"/>
                  <a:pt x="0" y="2449024"/>
                  <a:pt x="0" y="23368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6553200" y="3860800"/>
            <a:ext cx="19050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92" hasCustomPrompt="1"/>
            <p:custDataLst>
              <p:tags r:id="rId12"/>
            </p:custDataLst>
          </p:nvPr>
        </p:nvSpPr>
        <p:spPr>
          <a:xfrm>
            <a:off x="9067800" y="2336800"/>
            <a:ext cx="2514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16397" hasCustomPrompt="1"/>
            <p:custDataLst>
              <p:tags r:id="rId13"/>
            </p:custDataLst>
          </p:nvPr>
        </p:nvSpPr>
        <p:spPr>
          <a:xfrm>
            <a:off x="9067800" y="2895600"/>
            <a:ext cx="2514600" cy="2540000"/>
          </a:xfrm>
          <a:custGeom>
            <a:avLst/>
            <a:gdLst>
              <a:gd name="connisteX0" fmla="*/ 0 w 2514600"/>
              <a:gd name="connsiteY0" fmla="*/ 203200 h 2540000"/>
              <a:gd name="connisteX1" fmla="*/ 203200 w 2514600"/>
              <a:gd name="connsiteY1" fmla="*/ 0 h 2540000"/>
              <a:gd name="connisteX2" fmla="*/ 2311400 w 2514600"/>
              <a:gd name="connsiteY2" fmla="*/ 0 h 2540000"/>
              <a:gd name="connisteX3" fmla="*/ 2514600 w 2514600"/>
              <a:gd name="connsiteY3" fmla="*/ 203200 h 2540000"/>
              <a:gd name="connisteX4" fmla="*/ 2514600 w 2514600"/>
              <a:gd name="connsiteY4" fmla="*/ 2336800 h 2540000"/>
              <a:gd name="connisteX5" fmla="*/ 2311400 w 2514600"/>
              <a:gd name="connsiteY5" fmla="*/ 2540000 h 2540000"/>
              <a:gd name="connisteX6" fmla="*/ 203200 w 2514600"/>
              <a:gd name="connsiteY6" fmla="*/ 2540000 h 2540000"/>
              <a:gd name="connisteX7" fmla="*/ 0 w 2514600"/>
              <a:gd name="connsiteY7" fmla="*/ 2336800 h 2540000"/>
              <a:gd name="connisteX8" fmla="*/ 0 w 2514600"/>
              <a:gd name="connsiteY8" fmla="*/ 203200 h 2540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14600" h="2540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2311400" y="0"/>
                </a:lnTo>
                <a:cubicBezTo>
                  <a:pt x="2423624" y="0"/>
                  <a:pt x="2514600" y="90976"/>
                  <a:pt x="2514600" y="203200"/>
                </a:cubicBezTo>
                <a:lnTo>
                  <a:pt x="2514600" y="2336800"/>
                </a:lnTo>
                <a:cubicBezTo>
                  <a:pt x="2514600" y="2449024"/>
                  <a:pt x="2423624" y="2540000"/>
                  <a:pt x="2311400" y="2540000"/>
                </a:cubicBezTo>
                <a:lnTo>
                  <a:pt x="203200" y="2540000"/>
                </a:lnTo>
                <a:cubicBezTo>
                  <a:pt x="90976" y="2540000"/>
                  <a:pt x="0" y="2449024"/>
                  <a:pt x="0" y="23368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3" hasCustomPrompt="1"/>
            <p:custDataLst>
              <p:tags r:id="rId14"/>
            </p:custDataLst>
          </p:nvPr>
        </p:nvSpPr>
        <p:spPr>
          <a:xfrm>
            <a:off x="9372600" y="3860800"/>
            <a:ext cx="19050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tags" Target="../tags/tag33.xml"/><Relationship Id="rId12" Type="http://schemas.openxmlformats.org/officeDocument/2006/relationships/tags" Target="../tags/tag32.xml"/><Relationship Id="rId11" Type="http://schemas.openxmlformats.org/officeDocument/2006/relationships/tags" Target="../tags/tag3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9" Type="http://schemas.openxmlformats.org/officeDocument/2006/relationships/theme" Target="../theme/theme2.xml"/><Relationship Id="rId18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1"/>
            </p:custDataLst>
          </p:nvPr>
        </p:nvSpPr>
        <p:spPr>
          <a:xfrm>
            <a:off x="605155" y="6314440"/>
            <a:ext cx="2707005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2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3"/>
            </p:custDataLst>
          </p:nvPr>
        </p:nvSpPr>
        <p:spPr>
          <a:xfrm>
            <a:off x="8877300" y="6314440"/>
            <a:ext cx="2711450" cy="316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556" y="482473"/>
            <a:ext cx="10972888" cy="71120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556" y="1524000"/>
            <a:ext cx="10972888" cy="47244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altLang="zh-CN" dirty="0"/>
          </a:p>
          <a:p>
            <a:pPr lvl="5"/>
            <a:r>
              <a:rPr lang="zh-CN" altLang="en-US" dirty="0"/>
              <a:t>第六级</a:t>
            </a:r>
            <a:endParaRPr lang="en-US" altLang="zh-CN" dirty="0"/>
          </a:p>
          <a:p>
            <a:pPr marL="2971800" marR="0" lvl="6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第七级</a:t>
            </a:r>
            <a:endParaRPr lang="en-US" altLang="zh-CN" dirty="0"/>
          </a:p>
          <a:p>
            <a:pPr marL="3429000" marR="0" lvl="7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第八级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第九级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lang="en-US" altLang="zh-CN" dirty="0"/>
          </a:p>
          <a:p>
            <a:pPr lvl="5"/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5pPr>
      <a:lvl6pPr marL="25146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defRPr lang="zh-CN" altLang="en-US" sz="2400" kern="1200" dirty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7.xml"/><Relationship Id="rId5" Type="http://schemas.openxmlformats.org/officeDocument/2006/relationships/image" Target="../media/image1.png"/><Relationship Id="rId4" Type="http://schemas.openxmlformats.org/officeDocument/2006/relationships/tags" Target="../tags/tag127.xml"/><Relationship Id="rId3" Type="http://schemas.openxmlformats.org/officeDocument/2006/relationships/tags" Target="../tags/tag126.xml"/><Relationship Id="rId2" Type="http://schemas.openxmlformats.org/officeDocument/2006/relationships/tags" Target="../tags/tag125.xml"/><Relationship Id="rId1" Type="http://schemas.openxmlformats.org/officeDocument/2006/relationships/tags" Target="../tags/tag124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36.xml"/><Relationship Id="rId8" Type="http://schemas.openxmlformats.org/officeDocument/2006/relationships/tags" Target="../tags/tag135.xml"/><Relationship Id="rId7" Type="http://schemas.openxmlformats.org/officeDocument/2006/relationships/tags" Target="../tags/tag134.xml"/><Relationship Id="rId6" Type="http://schemas.openxmlformats.org/officeDocument/2006/relationships/tags" Target="../tags/tag133.xml"/><Relationship Id="rId59" Type="http://schemas.openxmlformats.org/officeDocument/2006/relationships/slideLayout" Target="../slideLayouts/slideLayout17.xml"/><Relationship Id="rId58" Type="http://schemas.openxmlformats.org/officeDocument/2006/relationships/image" Target="../media/image1.png"/><Relationship Id="rId57" Type="http://schemas.openxmlformats.org/officeDocument/2006/relationships/tags" Target="../tags/tag176.xml"/><Relationship Id="rId56" Type="http://schemas.openxmlformats.org/officeDocument/2006/relationships/tags" Target="../tags/tag175.xml"/><Relationship Id="rId55" Type="http://schemas.openxmlformats.org/officeDocument/2006/relationships/tags" Target="../tags/tag174.xml"/><Relationship Id="rId54" Type="http://schemas.openxmlformats.org/officeDocument/2006/relationships/tags" Target="../tags/tag173.xml"/><Relationship Id="rId53" Type="http://schemas.openxmlformats.org/officeDocument/2006/relationships/tags" Target="../tags/tag172.xml"/><Relationship Id="rId52" Type="http://schemas.openxmlformats.org/officeDocument/2006/relationships/tags" Target="../tags/tag171.xml"/><Relationship Id="rId51" Type="http://schemas.openxmlformats.org/officeDocument/2006/relationships/tags" Target="../tags/tag170.xml"/><Relationship Id="rId50" Type="http://schemas.openxmlformats.org/officeDocument/2006/relationships/tags" Target="../tags/tag169.xml"/><Relationship Id="rId5" Type="http://schemas.openxmlformats.org/officeDocument/2006/relationships/tags" Target="../tags/tag132.xml"/><Relationship Id="rId49" Type="http://schemas.openxmlformats.org/officeDocument/2006/relationships/tags" Target="../tags/tag168.xml"/><Relationship Id="rId48" Type="http://schemas.openxmlformats.org/officeDocument/2006/relationships/image" Target="../media/image9.svg"/><Relationship Id="rId47" Type="http://schemas.openxmlformats.org/officeDocument/2006/relationships/image" Target="../media/image8.png"/><Relationship Id="rId46" Type="http://schemas.openxmlformats.org/officeDocument/2006/relationships/tags" Target="../tags/tag167.xml"/><Relationship Id="rId45" Type="http://schemas.openxmlformats.org/officeDocument/2006/relationships/tags" Target="../tags/tag166.xml"/><Relationship Id="rId44" Type="http://schemas.openxmlformats.org/officeDocument/2006/relationships/tags" Target="../tags/tag165.xml"/><Relationship Id="rId43" Type="http://schemas.openxmlformats.org/officeDocument/2006/relationships/tags" Target="../tags/tag164.xml"/><Relationship Id="rId42" Type="http://schemas.openxmlformats.org/officeDocument/2006/relationships/tags" Target="../tags/tag163.xml"/><Relationship Id="rId41" Type="http://schemas.openxmlformats.org/officeDocument/2006/relationships/tags" Target="../tags/tag162.xml"/><Relationship Id="rId40" Type="http://schemas.openxmlformats.org/officeDocument/2006/relationships/tags" Target="../tags/tag161.xml"/><Relationship Id="rId4" Type="http://schemas.openxmlformats.org/officeDocument/2006/relationships/tags" Target="../tags/tag131.xml"/><Relationship Id="rId39" Type="http://schemas.openxmlformats.org/officeDocument/2006/relationships/image" Target="../media/image7.svg"/><Relationship Id="rId38" Type="http://schemas.openxmlformats.org/officeDocument/2006/relationships/image" Target="../media/image6.png"/><Relationship Id="rId37" Type="http://schemas.openxmlformats.org/officeDocument/2006/relationships/tags" Target="../tags/tag160.xml"/><Relationship Id="rId36" Type="http://schemas.openxmlformats.org/officeDocument/2006/relationships/tags" Target="../tags/tag159.xml"/><Relationship Id="rId35" Type="http://schemas.openxmlformats.org/officeDocument/2006/relationships/tags" Target="../tags/tag158.xml"/><Relationship Id="rId34" Type="http://schemas.openxmlformats.org/officeDocument/2006/relationships/tags" Target="../tags/tag157.xml"/><Relationship Id="rId33" Type="http://schemas.openxmlformats.org/officeDocument/2006/relationships/tags" Target="../tags/tag156.xml"/><Relationship Id="rId32" Type="http://schemas.openxmlformats.org/officeDocument/2006/relationships/tags" Target="../tags/tag155.xml"/><Relationship Id="rId31" Type="http://schemas.openxmlformats.org/officeDocument/2006/relationships/tags" Target="../tags/tag154.xml"/><Relationship Id="rId30" Type="http://schemas.openxmlformats.org/officeDocument/2006/relationships/image" Target="../media/image5.svg"/><Relationship Id="rId3" Type="http://schemas.openxmlformats.org/officeDocument/2006/relationships/tags" Target="../tags/tag130.xml"/><Relationship Id="rId29" Type="http://schemas.openxmlformats.org/officeDocument/2006/relationships/image" Target="../media/image4.png"/><Relationship Id="rId28" Type="http://schemas.openxmlformats.org/officeDocument/2006/relationships/tags" Target="../tags/tag153.xml"/><Relationship Id="rId27" Type="http://schemas.openxmlformats.org/officeDocument/2006/relationships/tags" Target="../tags/tag152.xml"/><Relationship Id="rId26" Type="http://schemas.openxmlformats.org/officeDocument/2006/relationships/tags" Target="../tags/tag151.xml"/><Relationship Id="rId25" Type="http://schemas.openxmlformats.org/officeDocument/2006/relationships/tags" Target="../tags/tag150.xml"/><Relationship Id="rId24" Type="http://schemas.openxmlformats.org/officeDocument/2006/relationships/tags" Target="../tags/tag149.xml"/><Relationship Id="rId23" Type="http://schemas.openxmlformats.org/officeDocument/2006/relationships/image" Target="../media/image3.svg"/><Relationship Id="rId22" Type="http://schemas.openxmlformats.org/officeDocument/2006/relationships/image" Target="../media/image2.png"/><Relationship Id="rId21" Type="http://schemas.openxmlformats.org/officeDocument/2006/relationships/tags" Target="../tags/tag148.xml"/><Relationship Id="rId20" Type="http://schemas.openxmlformats.org/officeDocument/2006/relationships/tags" Target="../tags/tag147.xml"/><Relationship Id="rId2" Type="http://schemas.openxmlformats.org/officeDocument/2006/relationships/tags" Target="../tags/tag129.xml"/><Relationship Id="rId19" Type="http://schemas.openxmlformats.org/officeDocument/2006/relationships/tags" Target="../tags/tag146.xml"/><Relationship Id="rId18" Type="http://schemas.openxmlformats.org/officeDocument/2006/relationships/tags" Target="../tags/tag145.xml"/><Relationship Id="rId17" Type="http://schemas.openxmlformats.org/officeDocument/2006/relationships/tags" Target="../tags/tag144.xml"/><Relationship Id="rId16" Type="http://schemas.openxmlformats.org/officeDocument/2006/relationships/tags" Target="../tags/tag143.xml"/><Relationship Id="rId15" Type="http://schemas.openxmlformats.org/officeDocument/2006/relationships/tags" Target="../tags/tag142.xml"/><Relationship Id="rId14" Type="http://schemas.openxmlformats.org/officeDocument/2006/relationships/tags" Target="../tags/tag141.xml"/><Relationship Id="rId13" Type="http://schemas.openxmlformats.org/officeDocument/2006/relationships/tags" Target="../tags/tag140.xml"/><Relationship Id="rId12" Type="http://schemas.openxmlformats.org/officeDocument/2006/relationships/tags" Target="../tags/tag139.xml"/><Relationship Id="rId11" Type="http://schemas.openxmlformats.org/officeDocument/2006/relationships/tags" Target="../tags/tag138.xml"/><Relationship Id="rId10" Type="http://schemas.openxmlformats.org/officeDocument/2006/relationships/tags" Target="../tags/tag137.xml"/><Relationship Id="rId1" Type="http://schemas.openxmlformats.org/officeDocument/2006/relationships/tags" Target="../tags/tag128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83.xml"/><Relationship Id="rId8" Type="http://schemas.openxmlformats.org/officeDocument/2006/relationships/image" Target="../media/image11.svg"/><Relationship Id="rId7" Type="http://schemas.openxmlformats.org/officeDocument/2006/relationships/image" Target="../media/image10.png"/><Relationship Id="rId6" Type="http://schemas.openxmlformats.org/officeDocument/2006/relationships/tags" Target="../tags/tag182.xml"/><Relationship Id="rId5" Type="http://schemas.openxmlformats.org/officeDocument/2006/relationships/tags" Target="../tags/tag181.xml"/><Relationship Id="rId47" Type="http://schemas.openxmlformats.org/officeDocument/2006/relationships/slideLayout" Target="../slideLayouts/slideLayout17.xml"/><Relationship Id="rId46" Type="http://schemas.openxmlformats.org/officeDocument/2006/relationships/image" Target="../media/image1.png"/><Relationship Id="rId45" Type="http://schemas.openxmlformats.org/officeDocument/2006/relationships/image" Target="../media/image26.png"/><Relationship Id="rId44" Type="http://schemas.openxmlformats.org/officeDocument/2006/relationships/tags" Target="../tags/tag204.xml"/><Relationship Id="rId43" Type="http://schemas.openxmlformats.org/officeDocument/2006/relationships/image" Target="../media/image25.svg"/><Relationship Id="rId42" Type="http://schemas.openxmlformats.org/officeDocument/2006/relationships/image" Target="../media/image24.png"/><Relationship Id="rId41" Type="http://schemas.openxmlformats.org/officeDocument/2006/relationships/tags" Target="../tags/tag203.xml"/><Relationship Id="rId40" Type="http://schemas.openxmlformats.org/officeDocument/2006/relationships/tags" Target="../tags/tag202.xml"/><Relationship Id="rId4" Type="http://schemas.openxmlformats.org/officeDocument/2006/relationships/tags" Target="../tags/tag180.xml"/><Relationship Id="rId39" Type="http://schemas.openxmlformats.org/officeDocument/2006/relationships/tags" Target="../tags/tag201.xml"/><Relationship Id="rId38" Type="http://schemas.openxmlformats.org/officeDocument/2006/relationships/image" Target="../media/image23.svg"/><Relationship Id="rId37" Type="http://schemas.openxmlformats.org/officeDocument/2006/relationships/image" Target="../media/image22.png"/><Relationship Id="rId36" Type="http://schemas.openxmlformats.org/officeDocument/2006/relationships/tags" Target="../tags/tag200.xml"/><Relationship Id="rId35" Type="http://schemas.openxmlformats.org/officeDocument/2006/relationships/tags" Target="../tags/tag199.xml"/><Relationship Id="rId34" Type="http://schemas.openxmlformats.org/officeDocument/2006/relationships/tags" Target="../tags/tag198.xml"/><Relationship Id="rId33" Type="http://schemas.openxmlformats.org/officeDocument/2006/relationships/image" Target="../media/image21.svg"/><Relationship Id="rId32" Type="http://schemas.openxmlformats.org/officeDocument/2006/relationships/image" Target="../media/image20.png"/><Relationship Id="rId31" Type="http://schemas.openxmlformats.org/officeDocument/2006/relationships/tags" Target="../tags/tag197.xml"/><Relationship Id="rId30" Type="http://schemas.openxmlformats.org/officeDocument/2006/relationships/tags" Target="../tags/tag196.xml"/><Relationship Id="rId3" Type="http://schemas.openxmlformats.org/officeDocument/2006/relationships/tags" Target="../tags/tag179.xml"/><Relationship Id="rId29" Type="http://schemas.openxmlformats.org/officeDocument/2006/relationships/tags" Target="../tags/tag195.xml"/><Relationship Id="rId28" Type="http://schemas.openxmlformats.org/officeDocument/2006/relationships/image" Target="../media/image19.svg"/><Relationship Id="rId27" Type="http://schemas.openxmlformats.org/officeDocument/2006/relationships/image" Target="../media/image18.png"/><Relationship Id="rId26" Type="http://schemas.openxmlformats.org/officeDocument/2006/relationships/tags" Target="../tags/tag194.xml"/><Relationship Id="rId25" Type="http://schemas.openxmlformats.org/officeDocument/2006/relationships/tags" Target="../tags/tag193.xml"/><Relationship Id="rId24" Type="http://schemas.openxmlformats.org/officeDocument/2006/relationships/tags" Target="../tags/tag192.xml"/><Relationship Id="rId23" Type="http://schemas.openxmlformats.org/officeDocument/2006/relationships/image" Target="../media/image17.svg"/><Relationship Id="rId22" Type="http://schemas.openxmlformats.org/officeDocument/2006/relationships/image" Target="../media/image16.png"/><Relationship Id="rId21" Type="http://schemas.openxmlformats.org/officeDocument/2006/relationships/tags" Target="../tags/tag191.xml"/><Relationship Id="rId20" Type="http://schemas.openxmlformats.org/officeDocument/2006/relationships/tags" Target="../tags/tag190.xml"/><Relationship Id="rId2" Type="http://schemas.openxmlformats.org/officeDocument/2006/relationships/tags" Target="../tags/tag178.xml"/><Relationship Id="rId19" Type="http://schemas.openxmlformats.org/officeDocument/2006/relationships/tags" Target="../tags/tag189.xml"/><Relationship Id="rId18" Type="http://schemas.openxmlformats.org/officeDocument/2006/relationships/image" Target="../media/image15.svg"/><Relationship Id="rId17" Type="http://schemas.openxmlformats.org/officeDocument/2006/relationships/image" Target="../media/image14.png"/><Relationship Id="rId16" Type="http://schemas.openxmlformats.org/officeDocument/2006/relationships/tags" Target="../tags/tag188.xml"/><Relationship Id="rId15" Type="http://schemas.openxmlformats.org/officeDocument/2006/relationships/tags" Target="../tags/tag187.xml"/><Relationship Id="rId14" Type="http://schemas.openxmlformats.org/officeDocument/2006/relationships/tags" Target="../tags/tag186.xml"/><Relationship Id="rId13" Type="http://schemas.openxmlformats.org/officeDocument/2006/relationships/image" Target="../media/image13.svg"/><Relationship Id="rId12" Type="http://schemas.openxmlformats.org/officeDocument/2006/relationships/image" Target="../media/image12.png"/><Relationship Id="rId11" Type="http://schemas.openxmlformats.org/officeDocument/2006/relationships/tags" Target="../tags/tag185.xml"/><Relationship Id="rId10" Type="http://schemas.openxmlformats.org/officeDocument/2006/relationships/tags" Target="../tags/tag184.xml"/><Relationship Id="rId1" Type="http://schemas.openxmlformats.org/officeDocument/2006/relationships/tags" Target="../tags/tag17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11.xml"/><Relationship Id="rId8" Type="http://schemas.openxmlformats.org/officeDocument/2006/relationships/image" Target="../media/image28.svg"/><Relationship Id="rId7" Type="http://schemas.openxmlformats.org/officeDocument/2006/relationships/image" Target="../media/image27.png"/><Relationship Id="rId6" Type="http://schemas.openxmlformats.org/officeDocument/2006/relationships/tags" Target="../tags/tag210.xml"/><Relationship Id="rId5" Type="http://schemas.openxmlformats.org/officeDocument/2006/relationships/tags" Target="../tags/tag209.xml"/><Relationship Id="rId43" Type="http://schemas.openxmlformats.org/officeDocument/2006/relationships/slideLayout" Target="../slideLayouts/slideLayout17.xml"/><Relationship Id="rId42" Type="http://schemas.openxmlformats.org/officeDocument/2006/relationships/image" Target="../media/image1.png"/><Relationship Id="rId41" Type="http://schemas.openxmlformats.org/officeDocument/2006/relationships/tags" Target="../tags/tag239.xml"/><Relationship Id="rId40" Type="http://schemas.openxmlformats.org/officeDocument/2006/relationships/tags" Target="../tags/tag238.xml"/><Relationship Id="rId4" Type="http://schemas.openxmlformats.org/officeDocument/2006/relationships/tags" Target="../tags/tag208.xml"/><Relationship Id="rId39" Type="http://schemas.openxmlformats.org/officeDocument/2006/relationships/tags" Target="../tags/tag237.xml"/><Relationship Id="rId38" Type="http://schemas.openxmlformats.org/officeDocument/2006/relationships/tags" Target="../tags/tag236.xml"/><Relationship Id="rId37" Type="http://schemas.openxmlformats.org/officeDocument/2006/relationships/tags" Target="../tags/tag235.xml"/><Relationship Id="rId36" Type="http://schemas.openxmlformats.org/officeDocument/2006/relationships/tags" Target="../tags/tag234.xml"/><Relationship Id="rId35" Type="http://schemas.openxmlformats.org/officeDocument/2006/relationships/tags" Target="../tags/tag233.xml"/><Relationship Id="rId34" Type="http://schemas.openxmlformats.org/officeDocument/2006/relationships/image" Target="../media/image32.svg"/><Relationship Id="rId33" Type="http://schemas.openxmlformats.org/officeDocument/2006/relationships/image" Target="../media/image31.png"/><Relationship Id="rId32" Type="http://schemas.openxmlformats.org/officeDocument/2006/relationships/tags" Target="../tags/tag232.xml"/><Relationship Id="rId31" Type="http://schemas.openxmlformats.org/officeDocument/2006/relationships/tags" Target="../tags/tag231.xml"/><Relationship Id="rId30" Type="http://schemas.openxmlformats.org/officeDocument/2006/relationships/tags" Target="../tags/tag230.xml"/><Relationship Id="rId3" Type="http://schemas.openxmlformats.org/officeDocument/2006/relationships/tags" Target="../tags/tag207.xml"/><Relationship Id="rId29" Type="http://schemas.openxmlformats.org/officeDocument/2006/relationships/tags" Target="../tags/tag229.xml"/><Relationship Id="rId28" Type="http://schemas.openxmlformats.org/officeDocument/2006/relationships/tags" Target="../tags/tag228.xml"/><Relationship Id="rId27" Type="http://schemas.openxmlformats.org/officeDocument/2006/relationships/tags" Target="../tags/tag227.xml"/><Relationship Id="rId26" Type="http://schemas.openxmlformats.org/officeDocument/2006/relationships/tags" Target="../tags/tag226.xml"/><Relationship Id="rId25" Type="http://schemas.openxmlformats.org/officeDocument/2006/relationships/tags" Target="../tags/tag225.xml"/><Relationship Id="rId24" Type="http://schemas.openxmlformats.org/officeDocument/2006/relationships/tags" Target="../tags/tag224.xml"/><Relationship Id="rId23" Type="http://schemas.openxmlformats.org/officeDocument/2006/relationships/tags" Target="../tags/tag223.xml"/><Relationship Id="rId22" Type="http://schemas.openxmlformats.org/officeDocument/2006/relationships/tags" Target="../tags/tag222.xml"/><Relationship Id="rId21" Type="http://schemas.openxmlformats.org/officeDocument/2006/relationships/image" Target="../media/image30.svg"/><Relationship Id="rId20" Type="http://schemas.openxmlformats.org/officeDocument/2006/relationships/image" Target="../media/image29.png"/><Relationship Id="rId2" Type="http://schemas.openxmlformats.org/officeDocument/2006/relationships/tags" Target="../tags/tag206.xml"/><Relationship Id="rId19" Type="http://schemas.openxmlformats.org/officeDocument/2006/relationships/tags" Target="../tags/tag221.xml"/><Relationship Id="rId18" Type="http://schemas.openxmlformats.org/officeDocument/2006/relationships/tags" Target="../tags/tag220.xml"/><Relationship Id="rId17" Type="http://schemas.openxmlformats.org/officeDocument/2006/relationships/tags" Target="../tags/tag219.xml"/><Relationship Id="rId16" Type="http://schemas.openxmlformats.org/officeDocument/2006/relationships/tags" Target="../tags/tag218.xml"/><Relationship Id="rId15" Type="http://schemas.openxmlformats.org/officeDocument/2006/relationships/tags" Target="../tags/tag217.xml"/><Relationship Id="rId14" Type="http://schemas.openxmlformats.org/officeDocument/2006/relationships/tags" Target="../tags/tag216.xml"/><Relationship Id="rId13" Type="http://schemas.openxmlformats.org/officeDocument/2006/relationships/tags" Target="../tags/tag215.xml"/><Relationship Id="rId12" Type="http://schemas.openxmlformats.org/officeDocument/2006/relationships/tags" Target="../tags/tag214.xml"/><Relationship Id="rId11" Type="http://schemas.openxmlformats.org/officeDocument/2006/relationships/tags" Target="../tags/tag213.xml"/><Relationship Id="rId10" Type="http://schemas.openxmlformats.org/officeDocument/2006/relationships/tags" Target="../tags/tag212.xml"/><Relationship Id="rId1" Type="http://schemas.openxmlformats.org/officeDocument/2006/relationships/tags" Target="../tags/tag205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47.xml"/><Relationship Id="rId8" Type="http://schemas.openxmlformats.org/officeDocument/2006/relationships/tags" Target="../tags/tag246.xml"/><Relationship Id="rId7" Type="http://schemas.openxmlformats.org/officeDocument/2006/relationships/tags" Target="../tags/tag245.xml"/><Relationship Id="rId6" Type="http://schemas.openxmlformats.org/officeDocument/2006/relationships/image" Target="../media/image33.png"/><Relationship Id="rId5" Type="http://schemas.openxmlformats.org/officeDocument/2006/relationships/tags" Target="../tags/tag244.xml"/><Relationship Id="rId4" Type="http://schemas.openxmlformats.org/officeDocument/2006/relationships/tags" Target="../tags/tag243.xml"/><Relationship Id="rId3" Type="http://schemas.openxmlformats.org/officeDocument/2006/relationships/tags" Target="../tags/tag242.xml"/><Relationship Id="rId2" Type="http://schemas.openxmlformats.org/officeDocument/2006/relationships/tags" Target="../tags/tag241.xml"/><Relationship Id="rId17" Type="http://schemas.openxmlformats.org/officeDocument/2006/relationships/slideLayout" Target="../slideLayouts/slideLayout23.xml"/><Relationship Id="rId16" Type="http://schemas.openxmlformats.org/officeDocument/2006/relationships/tags" Target="../tags/tag250.xml"/><Relationship Id="rId15" Type="http://schemas.openxmlformats.org/officeDocument/2006/relationships/image" Target="../media/image1.png"/><Relationship Id="rId14" Type="http://schemas.openxmlformats.org/officeDocument/2006/relationships/image" Target="../media/image36.png"/><Relationship Id="rId13" Type="http://schemas.openxmlformats.org/officeDocument/2006/relationships/image" Target="../media/image35.png"/><Relationship Id="rId12" Type="http://schemas.openxmlformats.org/officeDocument/2006/relationships/image" Target="../media/image34.png"/><Relationship Id="rId11" Type="http://schemas.openxmlformats.org/officeDocument/2006/relationships/tags" Target="../tags/tag249.xml"/><Relationship Id="rId10" Type="http://schemas.openxmlformats.org/officeDocument/2006/relationships/tags" Target="../tags/tag248.xml"/><Relationship Id="rId1" Type="http://schemas.openxmlformats.org/officeDocument/2006/relationships/tags" Target="../tags/tag240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257.xml"/><Relationship Id="rId8" Type="http://schemas.openxmlformats.org/officeDocument/2006/relationships/tags" Target="../tags/tag256.xml"/><Relationship Id="rId7" Type="http://schemas.openxmlformats.org/officeDocument/2006/relationships/image" Target="../media/image38.svg"/><Relationship Id="rId62" Type="http://schemas.openxmlformats.org/officeDocument/2006/relationships/slideLayout" Target="../slideLayouts/slideLayout17.xml"/><Relationship Id="rId61" Type="http://schemas.openxmlformats.org/officeDocument/2006/relationships/image" Target="../media/image1.png"/><Relationship Id="rId60" Type="http://schemas.openxmlformats.org/officeDocument/2006/relationships/tags" Target="../tags/tag298.xml"/><Relationship Id="rId6" Type="http://schemas.openxmlformats.org/officeDocument/2006/relationships/image" Target="../media/image37.png"/><Relationship Id="rId59" Type="http://schemas.openxmlformats.org/officeDocument/2006/relationships/tags" Target="../tags/tag297.xml"/><Relationship Id="rId58" Type="http://schemas.openxmlformats.org/officeDocument/2006/relationships/tags" Target="../tags/tag296.xml"/><Relationship Id="rId57" Type="http://schemas.openxmlformats.org/officeDocument/2006/relationships/tags" Target="../tags/tag295.xml"/><Relationship Id="rId56" Type="http://schemas.openxmlformats.org/officeDocument/2006/relationships/tags" Target="../tags/tag294.xml"/><Relationship Id="rId55" Type="http://schemas.openxmlformats.org/officeDocument/2006/relationships/tags" Target="../tags/tag293.xml"/><Relationship Id="rId54" Type="http://schemas.openxmlformats.org/officeDocument/2006/relationships/tags" Target="../tags/tag292.xml"/><Relationship Id="rId53" Type="http://schemas.openxmlformats.org/officeDocument/2006/relationships/image" Target="../media/image48.svg"/><Relationship Id="rId52" Type="http://schemas.openxmlformats.org/officeDocument/2006/relationships/image" Target="../media/image47.png"/><Relationship Id="rId51" Type="http://schemas.openxmlformats.org/officeDocument/2006/relationships/tags" Target="../tags/tag291.xml"/><Relationship Id="rId50" Type="http://schemas.openxmlformats.org/officeDocument/2006/relationships/tags" Target="../tags/tag290.xml"/><Relationship Id="rId5" Type="http://schemas.openxmlformats.org/officeDocument/2006/relationships/tags" Target="../tags/tag255.xml"/><Relationship Id="rId49" Type="http://schemas.openxmlformats.org/officeDocument/2006/relationships/tags" Target="../tags/tag289.xml"/><Relationship Id="rId48" Type="http://schemas.openxmlformats.org/officeDocument/2006/relationships/tags" Target="../tags/tag288.xml"/><Relationship Id="rId47" Type="http://schemas.openxmlformats.org/officeDocument/2006/relationships/tags" Target="../tags/tag287.xml"/><Relationship Id="rId46" Type="http://schemas.openxmlformats.org/officeDocument/2006/relationships/tags" Target="../tags/tag286.xml"/><Relationship Id="rId45" Type="http://schemas.openxmlformats.org/officeDocument/2006/relationships/tags" Target="../tags/tag285.xml"/><Relationship Id="rId44" Type="http://schemas.openxmlformats.org/officeDocument/2006/relationships/image" Target="../media/image46.svg"/><Relationship Id="rId43" Type="http://schemas.openxmlformats.org/officeDocument/2006/relationships/image" Target="../media/image45.png"/><Relationship Id="rId42" Type="http://schemas.openxmlformats.org/officeDocument/2006/relationships/tags" Target="../tags/tag284.xml"/><Relationship Id="rId41" Type="http://schemas.openxmlformats.org/officeDocument/2006/relationships/tags" Target="../tags/tag283.xml"/><Relationship Id="rId40" Type="http://schemas.openxmlformats.org/officeDocument/2006/relationships/tags" Target="../tags/tag282.xml"/><Relationship Id="rId4" Type="http://schemas.openxmlformats.org/officeDocument/2006/relationships/tags" Target="../tags/tag254.xml"/><Relationship Id="rId39" Type="http://schemas.openxmlformats.org/officeDocument/2006/relationships/tags" Target="../tags/tag281.xml"/><Relationship Id="rId38" Type="http://schemas.openxmlformats.org/officeDocument/2006/relationships/tags" Target="../tags/tag280.xml"/><Relationship Id="rId37" Type="http://schemas.openxmlformats.org/officeDocument/2006/relationships/tags" Target="../tags/tag279.xml"/><Relationship Id="rId36" Type="http://schemas.openxmlformats.org/officeDocument/2006/relationships/tags" Target="../tags/tag278.xml"/><Relationship Id="rId35" Type="http://schemas.openxmlformats.org/officeDocument/2006/relationships/tags" Target="../tags/tag277.xml"/><Relationship Id="rId34" Type="http://schemas.openxmlformats.org/officeDocument/2006/relationships/image" Target="../media/image44.svg"/><Relationship Id="rId33" Type="http://schemas.openxmlformats.org/officeDocument/2006/relationships/image" Target="../media/image43.png"/><Relationship Id="rId32" Type="http://schemas.openxmlformats.org/officeDocument/2006/relationships/tags" Target="../tags/tag276.xml"/><Relationship Id="rId31" Type="http://schemas.openxmlformats.org/officeDocument/2006/relationships/tags" Target="../tags/tag275.xml"/><Relationship Id="rId30" Type="http://schemas.openxmlformats.org/officeDocument/2006/relationships/tags" Target="../tags/tag274.xml"/><Relationship Id="rId3" Type="http://schemas.openxmlformats.org/officeDocument/2006/relationships/tags" Target="../tags/tag253.xml"/><Relationship Id="rId29" Type="http://schemas.openxmlformats.org/officeDocument/2006/relationships/tags" Target="../tags/tag273.xml"/><Relationship Id="rId28" Type="http://schemas.openxmlformats.org/officeDocument/2006/relationships/tags" Target="../tags/tag272.xml"/><Relationship Id="rId27" Type="http://schemas.openxmlformats.org/officeDocument/2006/relationships/tags" Target="../tags/tag271.xml"/><Relationship Id="rId26" Type="http://schemas.openxmlformats.org/officeDocument/2006/relationships/tags" Target="../tags/tag270.xml"/><Relationship Id="rId25" Type="http://schemas.openxmlformats.org/officeDocument/2006/relationships/tags" Target="../tags/tag269.xml"/><Relationship Id="rId24" Type="http://schemas.openxmlformats.org/officeDocument/2006/relationships/image" Target="../media/image42.svg"/><Relationship Id="rId23" Type="http://schemas.openxmlformats.org/officeDocument/2006/relationships/image" Target="../media/image41.png"/><Relationship Id="rId22" Type="http://schemas.openxmlformats.org/officeDocument/2006/relationships/tags" Target="../tags/tag268.xml"/><Relationship Id="rId21" Type="http://schemas.openxmlformats.org/officeDocument/2006/relationships/tags" Target="../tags/tag267.xml"/><Relationship Id="rId20" Type="http://schemas.openxmlformats.org/officeDocument/2006/relationships/tags" Target="../tags/tag266.xml"/><Relationship Id="rId2" Type="http://schemas.openxmlformats.org/officeDocument/2006/relationships/tags" Target="../tags/tag252.xml"/><Relationship Id="rId19" Type="http://schemas.openxmlformats.org/officeDocument/2006/relationships/tags" Target="../tags/tag265.xml"/><Relationship Id="rId18" Type="http://schemas.openxmlformats.org/officeDocument/2006/relationships/tags" Target="../tags/tag264.xml"/><Relationship Id="rId17" Type="http://schemas.openxmlformats.org/officeDocument/2006/relationships/tags" Target="../tags/tag263.xml"/><Relationship Id="rId16" Type="http://schemas.openxmlformats.org/officeDocument/2006/relationships/tags" Target="../tags/tag262.xml"/><Relationship Id="rId15" Type="http://schemas.openxmlformats.org/officeDocument/2006/relationships/tags" Target="../tags/tag261.xml"/><Relationship Id="rId14" Type="http://schemas.openxmlformats.org/officeDocument/2006/relationships/image" Target="../media/image40.svg"/><Relationship Id="rId13" Type="http://schemas.openxmlformats.org/officeDocument/2006/relationships/image" Target="../media/image39.png"/><Relationship Id="rId12" Type="http://schemas.openxmlformats.org/officeDocument/2006/relationships/tags" Target="../tags/tag260.xml"/><Relationship Id="rId11" Type="http://schemas.openxmlformats.org/officeDocument/2006/relationships/tags" Target="../tags/tag259.xml"/><Relationship Id="rId10" Type="http://schemas.openxmlformats.org/officeDocument/2006/relationships/tags" Target="../tags/tag258.xml"/><Relationship Id="rId1" Type="http://schemas.openxmlformats.org/officeDocument/2006/relationships/tags" Target="../tags/tag251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304.xml"/><Relationship Id="rId8" Type="http://schemas.openxmlformats.org/officeDocument/2006/relationships/tags" Target="../tags/tag303.xml"/><Relationship Id="rId7" Type="http://schemas.openxmlformats.org/officeDocument/2006/relationships/image" Target="../media/image51.svg"/><Relationship Id="rId6" Type="http://schemas.openxmlformats.org/officeDocument/2006/relationships/image" Target="../media/image50.png"/><Relationship Id="rId5" Type="http://schemas.openxmlformats.org/officeDocument/2006/relationships/tags" Target="../tags/tag302.xml"/><Relationship Id="rId4" Type="http://schemas.openxmlformats.org/officeDocument/2006/relationships/tags" Target="../tags/tag301.xml"/><Relationship Id="rId3" Type="http://schemas.openxmlformats.org/officeDocument/2006/relationships/image" Target="../media/image49.png"/><Relationship Id="rId23" Type="http://schemas.openxmlformats.org/officeDocument/2006/relationships/slideLayout" Target="../slideLayouts/slideLayout17.xml"/><Relationship Id="rId22" Type="http://schemas.openxmlformats.org/officeDocument/2006/relationships/image" Target="../media/image1.png"/><Relationship Id="rId21" Type="http://schemas.openxmlformats.org/officeDocument/2006/relationships/tags" Target="../tags/tag311.xml"/><Relationship Id="rId20" Type="http://schemas.openxmlformats.org/officeDocument/2006/relationships/tags" Target="../tags/tag310.xml"/><Relationship Id="rId2" Type="http://schemas.openxmlformats.org/officeDocument/2006/relationships/tags" Target="../tags/tag300.xml"/><Relationship Id="rId19" Type="http://schemas.openxmlformats.org/officeDocument/2006/relationships/tags" Target="../tags/tag309.xml"/><Relationship Id="rId18" Type="http://schemas.openxmlformats.org/officeDocument/2006/relationships/image" Target="../media/image56.svg"/><Relationship Id="rId17" Type="http://schemas.openxmlformats.org/officeDocument/2006/relationships/image" Target="../media/image55.png"/><Relationship Id="rId16" Type="http://schemas.openxmlformats.org/officeDocument/2006/relationships/tags" Target="../tags/tag308.xml"/><Relationship Id="rId15" Type="http://schemas.openxmlformats.org/officeDocument/2006/relationships/tags" Target="../tags/tag307.xml"/><Relationship Id="rId14" Type="http://schemas.openxmlformats.org/officeDocument/2006/relationships/image" Target="../media/image54.png"/><Relationship Id="rId13" Type="http://schemas.openxmlformats.org/officeDocument/2006/relationships/tags" Target="../tags/tag306.xml"/><Relationship Id="rId12" Type="http://schemas.openxmlformats.org/officeDocument/2006/relationships/tags" Target="../tags/tag305.xml"/><Relationship Id="rId11" Type="http://schemas.openxmlformats.org/officeDocument/2006/relationships/image" Target="../media/image53.svg"/><Relationship Id="rId10" Type="http://schemas.openxmlformats.org/officeDocument/2006/relationships/image" Target="../media/image52.png"/><Relationship Id="rId1" Type="http://schemas.openxmlformats.org/officeDocument/2006/relationships/tags" Target="../tags/tag299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317.xml"/><Relationship Id="rId8" Type="http://schemas.openxmlformats.org/officeDocument/2006/relationships/tags" Target="../tags/tag316.xml"/><Relationship Id="rId7" Type="http://schemas.openxmlformats.org/officeDocument/2006/relationships/image" Target="../media/image58.svg"/><Relationship Id="rId6" Type="http://schemas.openxmlformats.org/officeDocument/2006/relationships/image" Target="../media/image50.png"/><Relationship Id="rId5" Type="http://schemas.openxmlformats.org/officeDocument/2006/relationships/tags" Target="../tags/tag315.xml"/><Relationship Id="rId4" Type="http://schemas.openxmlformats.org/officeDocument/2006/relationships/tags" Target="../tags/tag314.xml"/><Relationship Id="rId3" Type="http://schemas.openxmlformats.org/officeDocument/2006/relationships/image" Target="../media/image57.jpeg"/><Relationship Id="rId20" Type="http://schemas.openxmlformats.org/officeDocument/2006/relationships/slideLayout" Target="../slideLayouts/slideLayout17.xml"/><Relationship Id="rId2" Type="http://schemas.openxmlformats.org/officeDocument/2006/relationships/tags" Target="../tags/tag313.xml"/><Relationship Id="rId19" Type="http://schemas.openxmlformats.org/officeDocument/2006/relationships/tags" Target="../tags/tag324.xml"/><Relationship Id="rId18" Type="http://schemas.openxmlformats.org/officeDocument/2006/relationships/tags" Target="../tags/tag323.xml"/><Relationship Id="rId17" Type="http://schemas.openxmlformats.org/officeDocument/2006/relationships/tags" Target="../tags/tag322.xml"/><Relationship Id="rId16" Type="http://schemas.openxmlformats.org/officeDocument/2006/relationships/image" Target="../media/image60.jpeg"/><Relationship Id="rId15" Type="http://schemas.openxmlformats.org/officeDocument/2006/relationships/tags" Target="../tags/tag321.xml"/><Relationship Id="rId14" Type="http://schemas.openxmlformats.org/officeDocument/2006/relationships/image" Target="../media/image1.png"/><Relationship Id="rId13" Type="http://schemas.openxmlformats.org/officeDocument/2006/relationships/tags" Target="../tags/tag320.xml"/><Relationship Id="rId12" Type="http://schemas.openxmlformats.org/officeDocument/2006/relationships/tags" Target="../tags/tag319.xml"/><Relationship Id="rId11" Type="http://schemas.openxmlformats.org/officeDocument/2006/relationships/tags" Target="../tags/tag318.xml"/><Relationship Id="rId10" Type="http://schemas.openxmlformats.org/officeDocument/2006/relationships/image" Target="../media/image59.jpeg"/><Relationship Id="rId1" Type="http://schemas.openxmlformats.org/officeDocument/2006/relationships/tags" Target="../tags/tag312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333.xml"/><Relationship Id="rId8" Type="http://schemas.openxmlformats.org/officeDocument/2006/relationships/tags" Target="../tags/tag332.xml"/><Relationship Id="rId7" Type="http://schemas.openxmlformats.org/officeDocument/2006/relationships/tags" Target="../tags/tag331.xml"/><Relationship Id="rId6" Type="http://schemas.openxmlformats.org/officeDocument/2006/relationships/tags" Target="../tags/tag330.xml"/><Relationship Id="rId5" Type="http://schemas.openxmlformats.org/officeDocument/2006/relationships/tags" Target="../tags/tag329.xml"/><Relationship Id="rId4" Type="http://schemas.openxmlformats.org/officeDocument/2006/relationships/tags" Target="../tags/tag328.xml"/><Relationship Id="rId37" Type="http://schemas.openxmlformats.org/officeDocument/2006/relationships/slideLayout" Target="../slideLayouts/slideLayout17.xml"/><Relationship Id="rId36" Type="http://schemas.openxmlformats.org/officeDocument/2006/relationships/image" Target="../media/image1.png"/><Relationship Id="rId35" Type="http://schemas.openxmlformats.org/officeDocument/2006/relationships/image" Target="../media/image61.png"/><Relationship Id="rId34" Type="http://schemas.openxmlformats.org/officeDocument/2006/relationships/tags" Target="../tags/tag358.xml"/><Relationship Id="rId33" Type="http://schemas.openxmlformats.org/officeDocument/2006/relationships/tags" Target="../tags/tag357.xml"/><Relationship Id="rId32" Type="http://schemas.openxmlformats.org/officeDocument/2006/relationships/tags" Target="../tags/tag356.xml"/><Relationship Id="rId31" Type="http://schemas.openxmlformats.org/officeDocument/2006/relationships/tags" Target="../tags/tag355.xml"/><Relationship Id="rId30" Type="http://schemas.openxmlformats.org/officeDocument/2006/relationships/tags" Target="../tags/tag354.xml"/><Relationship Id="rId3" Type="http://schemas.openxmlformats.org/officeDocument/2006/relationships/tags" Target="../tags/tag327.xml"/><Relationship Id="rId29" Type="http://schemas.openxmlformats.org/officeDocument/2006/relationships/tags" Target="../tags/tag353.xml"/><Relationship Id="rId28" Type="http://schemas.openxmlformats.org/officeDocument/2006/relationships/tags" Target="../tags/tag352.xml"/><Relationship Id="rId27" Type="http://schemas.openxmlformats.org/officeDocument/2006/relationships/tags" Target="../tags/tag351.xml"/><Relationship Id="rId26" Type="http://schemas.openxmlformats.org/officeDocument/2006/relationships/tags" Target="../tags/tag350.xml"/><Relationship Id="rId25" Type="http://schemas.openxmlformats.org/officeDocument/2006/relationships/tags" Target="../tags/tag349.xml"/><Relationship Id="rId24" Type="http://schemas.openxmlformats.org/officeDocument/2006/relationships/tags" Target="../tags/tag348.xml"/><Relationship Id="rId23" Type="http://schemas.openxmlformats.org/officeDocument/2006/relationships/tags" Target="../tags/tag347.xml"/><Relationship Id="rId22" Type="http://schemas.openxmlformats.org/officeDocument/2006/relationships/tags" Target="../tags/tag346.xml"/><Relationship Id="rId21" Type="http://schemas.openxmlformats.org/officeDocument/2006/relationships/tags" Target="../tags/tag345.xml"/><Relationship Id="rId20" Type="http://schemas.openxmlformats.org/officeDocument/2006/relationships/tags" Target="../tags/tag344.xml"/><Relationship Id="rId2" Type="http://schemas.openxmlformats.org/officeDocument/2006/relationships/tags" Target="../tags/tag326.xml"/><Relationship Id="rId19" Type="http://schemas.openxmlformats.org/officeDocument/2006/relationships/tags" Target="../tags/tag343.xml"/><Relationship Id="rId18" Type="http://schemas.openxmlformats.org/officeDocument/2006/relationships/tags" Target="../tags/tag342.xml"/><Relationship Id="rId17" Type="http://schemas.openxmlformats.org/officeDocument/2006/relationships/tags" Target="../tags/tag341.xml"/><Relationship Id="rId16" Type="http://schemas.openxmlformats.org/officeDocument/2006/relationships/tags" Target="../tags/tag340.xml"/><Relationship Id="rId15" Type="http://schemas.openxmlformats.org/officeDocument/2006/relationships/tags" Target="../tags/tag339.xml"/><Relationship Id="rId14" Type="http://schemas.openxmlformats.org/officeDocument/2006/relationships/tags" Target="../tags/tag338.xml"/><Relationship Id="rId13" Type="http://schemas.openxmlformats.org/officeDocument/2006/relationships/tags" Target="../tags/tag337.xml"/><Relationship Id="rId12" Type="http://schemas.openxmlformats.org/officeDocument/2006/relationships/tags" Target="../tags/tag336.xml"/><Relationship Id="rId11" Type="http://schemas.openxmlformats.org/officeDocument/2006/relationships/tags" Target="../tags/tag335.xml"/><Relationship Id="rId10" Type="http://schemas.openxmlformats.org/officeDocument/2006/relationships/tags" Target="../tags/tag334.xml"/><Relationship Id="rId1" Type="http://schemas.openxmlformats.org/officeDocument/2006/relationships/tags" Target="../tags/tag325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365.xml"/><Relationship Id="rId8" Type="http://schemas.openxmlformats.org/officeDocument/2006/relationships/tags" Target="../tags/tag364.xml"/><Relationship Id="rId7" Type="http://schemas.openxmlformats.org/officeDocument/2006/relationships/image" Target="../media/image62.png"/><Relationship Id="rId6" Type="http://schemas.openxmlformats.org/officeDocument/2006/relationships/tags" Target="../tags/tag363.xml"/><Relationship Id="rId5" Type="http://schemas.openxmlformats.org/officeDocument/2006/relationships/tags" Target="../tags/tag362.xml"/><Relationship Id="rId4" Type="http://schemas.openxmlformats.org/officeDocument/2006/relationships/tags" Target="../tags/tag361.xml"/><Relationship Id="rId3" Type="http://schemas.openxmlformats.org/officeDocument/2006/relationships/image" Target="../media/image49.png"/><Relationship Id="rId2" Type="http://schemas.openxmlformats.org/officeDocument/2006/relationships/tags" Target="../tags/tag360.xml"/><Relationship Id="rId17" Type="http://schemas.openxmlformats.org/officeDocument/2006/relationships/slideLayout" Target="../slideLayouts/slideLayout27.xml"/><Relationship Id="rId16" Type="http://schemas.openxmlformats.org/officeDocument/2006/relationships/tags" Target="../tags/tag370.xml"/><Relationship Id="rId15" Type="http://schemas.openxmlformats.org/officeDocument/2006/relationships/image" Target="../media/image1.png"/><Relationship Id="rId14" Type="http://schemas.openxmlformats.org/officeDocument/2006/relationships/tags" Target="../tags/tag369.xml"/><Relationship Id="rId13" Type="http://schemas.openxmlformats.org/officeDocument/2006/relationships/tags" Target="../tags/tag368.xml"/><Relationship Id="rId12" Type="http://schemas.openxmlformats.org/officeDocument/2006/relationships/tags" Target="../tags/tag367.xml"/><Relationship Id="rId11" Type="http://schemas.openxmlformats.org/officeDocument/2006/relationships/image" Target="../media/image63.png"/><Relationship Id="rId10" Type="http://schemas.openxmlformats.org/officeDocument/2006/relationships/tags" Target="../tags/tag366.xml"/><Relationship Id="rId1" Type="http://schemas.openxmlformats.org/officeDocument/2006/relationships/tags" Target="../tags/tag359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379.xml"/><Relationship Id="rId8" Type="http://schemas.openxmlformats.org/officeDocument/2006/relationships/tags" Target="../tags/tag378.xml"/><Relationship Id="rId7" Type="http://schemas.openxmlformats.org/officeDocument/2006/relationships/tags" Target="../tags/tag377.xml"/><Relationship Id="rId6" Type="http://schemas.openxmlformats.org/officeDocument/2006/relationships/tags" Target="../tags/tag376.xml"/><Relationship Id="rId5" Type="http://schemas.openxmlformats.org/officeDocument/2006/relationships/tags" Target="../tags/tag375.xml"/><Relationship Id="rId4" Type="http://schemas.openxmlformats.org/officeDocument/2006/relationships/tags" Target="../tags/tag374.xml"/><Relationship Id="rId34" Type="http://schemas.openxmlformats.org/officeDocument/2006/relationships/slideLayout" Target="../slideLayouts/slideLayout17.xml"/><Relationship Id="rId33" Type="http://schemas.openxmlformats.org/officeDocument/2006/relationships/image" Target="../media/image1.png"/><Relationship Id="rId32" Type="http://schemas.openxmlformats.org/officeDocument/2006/relationships/tags" Target="../tags/tag402.xml"/><Relationship Id="rId31" Type="http://schemas.openxmlformats.org/officeDocument/2006/relationships/tags" Target="../tags/tag401.xml"/><Relationship Id="rId30" Type="http://schemas.openxmlformats.org/officeDocument/2006/relationships/tags" Target="../tags/tag400.xml"/><Relationship Id="rId3" Type="http://schemas.openxmlformats.org/officeDocument/2006/relationships/tags" Target="../tags/tag373.xml"/><Relationship Id="rId29" Type="http://schemas.openxmlformats.org/officeDocument/2006/relationships/tags" Target="../tags/tag399.xml"/><Relationship Id="rId28" Type="http://schemas.openxmlformats.org/officeDocument/2006/relationships/tags" Target="../tags/tag398.xml"/><Relationship Id="rId27" Type="http://schemas.openxmlformats.org/officeDocument/2006/relationships/tags" Target="../tags/tag397.xml"/><Relationship Id="rId26" Type="http://schemas.openxmlformats.org/officeDocument/2006/relationships/tags" Target="../tags/tag396.xml"/><Relationship Id="rId25" Type="http://schemas.openxmlformats.org/officeDocument/2006/relationships/tags" Target="../tags/tag395.xml"/><Relationship Id="rId24" Type="http://schemas.openxmlformats.org/officeDocument/2006/relationships/tags" Target="../tags/tag394.xml"/><Relationship Id="rId23" Type="http://schemas.openxmlformats.org/officeDocument/2006/relationships/tags" Target="../tags/tag393.xml"/><Relationship Id="rId22" Type="http://schemas.openxmlformats.org/officeDocument/2006/relationships/tags" Target="../tags/tag392.xml"/><Relationship Id="rId21" Type="http://schemas.openxmlformats.org/officeDocument/2006/relationships/tags" Target="../tags/tag391.xml"/><Relationship Id="rId20" Type="http://schemas.openxmlformats.org/officeDocument/2006/relationships/tags" Target="../tags/tag390.xml"/><Relationship Id="rId2" Type="http://schemas.openxmlformats.org/officeDocument/2006/relationships/tags" Target="../tags/tag372.xml"/><Relationship Id="rId19" Type="http://schemas.openxmlformats.org/officeDocument/2006/relationships/tags" Target="../tags/tag389.xml"/><Relationship Id="rId18" Type="http://schemas.openxmlformats.org/officeDocument/2006/relationships/tags" Target="../tags/tag388.xml"/><Relationship Id="rId17" Type="http://schemas.openxmlformats.org/officeDocument/2006/relationships/tags" Target="../tags/tag387.xml"/><Relationship Id="rId16" Type="http://schemas.openxmlformats.org/officeDocument/2006/relationships/tags" Target="../tags/tag386.xml"/><Relationship Id="rId15" Type="http://schemas.openxmlformats.org/officeDocument/2006/relationships/tags" Target="../tags/tag385.xml"/><Relationship Id="rId14" Type="http://schemas.openxmlformats.org/officeDocument/2006/relationships/tags" Target="../tags/tag384.xml"/><Relationship Id="rId13" Type="http://schemas.openxmlformats.org/officeDocument/2006/relationships/tags" Target="../tags/tag383.xml"/><Relationship Id="rId12" Type="http://schemas.openxmlformats.org/officeDocument/2006/relationships/tags" Target="../tags/tag382.xml"/><Relationship Id="rId11" Type="http://schemas.openxmlformats.org/officeDocument/2006/relationships/tags" Target="../tags/tag381.xml"/><Relationship Id="rId10" Type="http://schemas.openxmlformats.org/officeDocument/2006/relationships/tags" Target="../tags/tag380.xml"/><Relationship Id="rId1" Type="http://schemas.openxmlformats.org/officeDocument/2006/relationships/tags" Target="../tags/tag37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tags" Target="../tags/tag404.xml"/><Relationship Id="rId1" Type="http://schemas.openxmlformats.org/officeDocument/2006/relationships/tags" Target="../tags/tag4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1489843" y="1741218"/>
            <a:ext cx="9212314" cy="172781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0000"/>
              </a:lnSpc>
            </a:pPr>
            <a:r>
              <a:rPr lang="en-US" altLang="zh-CN" sz="5400" b="1" spc="150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Shubnikov - de Haas </a:t>
            </a:r>
            <a:r>
              <a:rPr lang="zh-CN" altLang="en-US" sz="5400" b="1" spc="150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振荡数据处理</a:t>
            </a:r>
            <a:r>
              <a:rPr lang="zh-CN" altLang="en-US" sz="5400" b="1" spc="150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</a:t>
            </a:r>
            <a:endParaRPr lang="zh-CN" altLang="en-US" sz="5400" b="1" spc="150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5715000" y="3886835"/>
            <a:ext cx="762000" cy="28575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>
            <p:custDataLst>
              <p:tags r:id="rId3"/>
            </p:custDataLst>
          </p:nvPr>
        </p:nvSpPr>
        <p:spPr>
          <a:xfrm>
            <a:off x="5376786" y="4752041"/>
            <a:ext cx="1438351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r>
              <a:rPr lang="zh-CN" sz="1350" spc="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汇报</a:t>
            </a:r>
            <a:r>
              <a:rPr sz="1350" spc="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人：齐虹淦</a:t>
            </a:r>
            <a:endParaRPr sz="1350" spc="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33000"/>
              </a:lnSpc>
            </a:pPr>
            <a:endParaRPr sz="1350" spc="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33000"/>
              </a:lnSpc>
            </a:pPr>
            <a:endParaRPr sz="1350" spc="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33000"/>
              </a:lnSpc>
            </a:pPr>
            <a:endParaRPr sz="1350" spc="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5272754" y="5254298"/>
            <a:ext cx="1646482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r>
              <a:rPr lang="en-US" altLang="en-US" sz="1350" spc="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</a:t>
            </a:r>
            <a:r>
              <a:rPr lang="zh-CN" altLang="en-US" sz="1350" spc="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</a:t>
            </a:r>
            <a:r>
              <a:rPr lang="en-US" altLang="zh-CN" sz="1350" spc="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07</a:t>
            </a:r>
            <a:r>
              <a:rPr lang="zh-CN" altLang="en-US" sz="1350" spc="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月</a:t>
            </a:r>
            <a:r>
              <a:rPr lang="en-US" altLang="zh-CN" sz="1350" spc="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zh-CN" altLang="en-US" sz="1350" spc="75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</a:t>
            </a:r>
            <a:endParaRPr lang="zh-CN" altLang="en-US" sz="1350" spc="7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82325" y="0"/>
            <a:ext cx="1172845" cy="11068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任意多边形 1"/>
          <p:cNvSpPr/>
          <p:nvPr>
            <p:custDataLst>
              <p:tags r:id="rId1"/>
            </p:custDataLst>
          </p:nvPr>
        </p:nvSpPr>
        <p:spPr>
          <a:xfrm>
            <a:off x="6477000" y="0"/>
            <a:ext cx="5715000" cy="6858000"/>
          </a:xfrm>
          <a:custGeom>
            <a:avLst/>
            <a:gdLst>
              <a:gd name="sw" fmla="*/ 1 w 9000"/>
              <a:gd name="sh" fmla="*/ 1 h 10800"/>
              <a:gd name="mins" fmla="min sw sh"/>
              <a:gd name="dsw" fmla="+- 0 sw mins"/>
              <a:gd name="dsh" fmla="+- 0 sh mins"/>
              <a:gd name="p0x0" fmla="*/ 1800 w 9000"/>
              <a:gd name="p0y0" fmla="*/ 0 h 10800"/>
              <a:gd name="p0x1" fmla="*/ 9000 w 9000"/>
              <a:gd name="p0y1" fmla="*/ 0 h 10800"/>
              <a:gd name="p0x2" fmla="*/ 9000 w 9000"/>
              <a:gd name="p0y2" fmla="*/ 10800 h 10800"/>
              <a:gd name="p0x3" fmla="*/ 0 w 9000"/>
              <a:gd name="p0y3" fmla="*/ 10800 h 10800"/>
              <a:gd name="p0x4" fmla="*/ 1800 w 9000"/>
              <a:gd name="p0y4" fmla="*/ 0 h 108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lnTo>
                  <a:pt x="p0x2" y="p0y2"/>
                </a:lnTo>
                <a:lnTo>
                  <a:pt x="p0x3" y="p0y3"/>
                </a:lnTo>
                <a:lnTo>
                  <a:pt x="p0x4" y="p0y4"/>
                </a:lnTo>
                <a:close/>
              </a:path>
            </a:pathLst>
          </a:custGeom>
          <a:solidFill>
            <a:srgbClr val="F1F5F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1143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>
            <p:custDataLst>
              <p:tags r:id="rId3"/>
            </p:custDataLst>
          </p:nvPr>
        </p:nvSpPr>
        <p:spPr>
          <a:xfrm>
            <a:off x="457200" y="409575"/>
            <a:ext cx="1162050" cy="571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 spc="75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  <a:endParaRPr sz="3000" b="1" spc="75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82" name="组合 81"/>
          <p:cNvGrpSpPr/>
          <p:nvPr/>
        </p:nvGrpSpPr>
        <p:grpSpPr>
          <a:xfrm>
            <a:off x="1038225" y="1162050"/>
            <a:ext cx="4320000" cy="2520000"/>
            <a:chOff x="720" y="1830"/>
            <a:chExt cx="5760" cy="4004"/>
          </a:xfrm>
          <a:effectLst>
            <a:outerShdw blurRad="214313" dist="38100" dir="5399999" algn="ctr" rotWithShape="0">
              <a:srgbClr val="000000">
                <a:alpha val="5098"/>
              </a:srgbClr>
            </a:outerShdw>
          </a:effectLst>
        </p:grpSpPr>
        <p:sp>
          <p:nvSpPr>
            <p:cNvPr id="5" name="任意多边形 4"/>
            <p:cNvSpPr/>
            <p:nvPr>
              <p:custDataLst>
                <p:tags r:id="rId4"/>
              </p:custDataLst>
            </p:nvPr>
          </p:nvSpPr>
          <p:spPr>
            <a:xfrm>
              <a:off x="720" y="1830"/>
              <a:ext cx="5760" cy="4005"/>
            </a:xfrm>
            <a:custGeom>
              <a:avLst/>
              <a:gdLst>
                <a:gd name="sw" fmla="*/ 1 w 5760"/>
                <a:gd name="sh" fmla="*/ 1 h 4005"/>
                <a:gd name="mins" fmla="min sw sh"/>
                <a:gd name="dsw" fmla="+- 0 sw mins"/>
                <a:gd name="dsh" fmla="+- 0 sh mins"/>
                <a:gd name="p0x0" fmla="*/ 180 w 5760"/>
                <a:gd name="p0y0" fmla="*/ 0 h 4005"/>
                <a:gd name="p0x1" fmla="*/ 5580 w 5760"/>
                <a:gd name="p0y1" fmla="*/ 0 h 4005"/>
                <a:gd name="p0x2" fmla="*/ 5679 w 5760"/>
                <a:gd name="p0y2" fmla="*/ 0 h 4005"/>
                <a:gd name="p0x3" fmla="*/ 5760 w 5760"/>
                <a:gd name="p0y3" fmla="*/ 80 h 4005"/>
                <a:gd name="p0x4" fmla="*/ 5760 w 5760"/>
                <a:gd name="p0y4" fmla="*/ 180 h 4005"/>
                <a:gd name="p0x5" fmla="*/ 5760 w 5760"/>
                <a:gd name="p0y5" fmla="*/ 3825 h 4005"/>
                <a:gd name="p0x6" fmla="*/ 5760 w 5760"/>
                <a:gd name="p0y6" fmla="*/ 3924 h 4005"/>
                <a:gd name="p0x7" fmla="*/ 5679 w 5760"/>
                <a:gd name="p0y7" fmla="*/ 4005 h 4005"/>
                <a:gd name="p0x8" fmla="*/ 5580 w 5760"/>
                <a:gd name="p0y8" fmla="*/ 4005 h 4005"/>
                <a:gd name="p0x9" fmla="*/ 180 w 5760"/>
                <a:gd name="p0y9" fmla="*/ 4005 h 4005"/>
                <a:gd name="p0x10" fmla="*/ 80 w 5760"/>
                <a:gd name="p0y10" fmla="*/ 4005 h 4005"/>
                <a:gd name="p0x11" fmla="*/ 0 w 5760"/>
                <a:gd name="p0y11" fmla="*/ 3924 h 4005"/>
                <a:gd name="p0x12" fmla="*/ 0 w 5760"/>
                <a:gd name="p0y12" fmla="*/ 3825 h 4005"/>
                <a:gd name="p0x13" fmla="*/ 0 w 5760"/>
                <a:gd name="p0y13" fmla="*/ 180 h 4005"/>
                <a:gd name="p0x14" fmla="*/ 0 w 5760"/>
                <a:gd name="p0y14" fmla="*/ 80 h 4005"/>
                <a:gd name="p0x15" fmla="*/ 80 w 5760"/>
                <a:gd name="p0y15" fmla="*/ 0 h 4005"/>
                <a:gd name="p0x16" fmla="*/ 180 w 5760"/>
                <a:gd name="p0y16" fmla="*/ 0 h 400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任意多边形 5"/>
            <p:cNvSpPr/>
            <p:nvPr>
              <p:custDataLst>
                <p:tags r:id="rId5"/>
              </p:custDataLst>
            </p:nvPr>
          </p:nvSpPr>
          <p:spPr>
            <a:xfrm>
              <a:off x="720" y="1830"/>
              <a:ext cx="180" cy="4005"/>
            </a:xfrm>
            <a:custGeom>
              <a:avLst/>
              <a:gdLst>
                <a:gd name="sw" fmla="*/ 1 w 180"/>
                <a:gd name="sh" fmla="*/ 1 h 4005"/>
                <a:gd name="mins" fmla="min sw sh"/>
                <a:gd name="dsw" fmla="+- 0 sw mins"/>
                <a:gd name="dsh" fmla="+- 0 sh mins"/>
                <a:gd name="p0x0" fmla="*/ 0 w 180"/>
                <a:gd name="p0y0" fmla="*/ 3825 h 4005"/>
                <a:gd name="p0x1" fmla="*/ 0 w 180"/>
                <a:gd name="p0y1" fmla="*/ 180 h 4005"/>
                <a:gd name="p0x2" fmla="*/ 0 w 180"/>
                <a:gd name="p0y2" fmla="*/ 80 h 4005"/>
                <a:gd name="p0x3" fmla="*/ 80 w 180"/>
                <a:gd name="p0y3" fmla="*/ 0 h 4005"/>
                <a:gd name="p0x4" fmla="*/ 180 w 180"/>
                <a:gd name="p0y4" fmla="*/ 0 h 4005"/>
                <a:gd name="p0x5" fmla="*/ 130 w 180"/>
                <a:gd name="p0y5" fmla="*/ 0 h 4005"/>
                <a:gd name="p0x6" fmla="*/ 90 w 180"/>
                <a:gd name="p0y6" fmla="*/ 80 h 4005"/>
                <a:gd name="p0x7" fmla="*/ 90 w 180"/>
                <a:gd name="p0y7" fmla="*/ 180 h 4005"/>
                <a:gd name="p0x8" fmla="*/ 90 w 180"/>
                <a:gd name="p0y8" fmla="*/ 3825 h 4005"/>
                <a:gd name="p0x9" fmla="*/ 90 w 180"/>
                <a:gd name="p0y9" fmla="*/ 3924 h 4005"/>
                <a:gd name="p0x10" fmla="*/ 130 w 180"/>
                <a:gd name="p0y10" fmla="*/ 4005 h 4005"/>
                <a:gd name="p0x11" fmla="*/ 180 w 180"/>
                <a:gd name="p0y11" fmla="*/ 4005 h 4005"/>
                <a:gd name="p0x12" fmla="*/ 80 w 180"/>
                <a:gd name="p0y12" fmla="*/ 4005 h 4005"/>
                <a:gd name="p0x13" fmla="*/ 0 w 180"/>
                <a:gd name="p0y13" fmla="*/ 3924 h 4005"/>
                <a:gd name="p0x14" fmla="*/ 0 w 180"/>
                <a:gd name="p0y14" fmla="*/ 3825 h 400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4867275" y="1245870"/>
            <a:ext cx="1000125" cy="57054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sz="360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360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任意多边形 16"/>
          <p:cNvSpPr/>
          <p:nvPr>
            <p:custDataLst>
              <p:tags r:id="rId7"/>
            </p:custDataLst>
          </p:nvPr>
        </p:nvSpPr>
        <p:spPr>
          <a:xfrm>
            <a:off x="3924300" y="3407410"/>
            <a:ext cx="190500" cy="38100"/>
          </a:xfrm>
          <a:custGeom>
            <a:avLst/>
            <a:gdLst>
              <a:gd name="sw" fmla="*/ 1 w 300"/>
              <a:gd name="sh" fmla="*/ 1 h 60"/>
              <a:gd name="mins" fmla="min sw sh"/>
              <a:gd name="dsw" fmla="+- 0 sw mins"/>
              <a:gd name="dsh" fmla="+- 0 sh mins"/>
              <a:gd name="p0x0" fmla="*/ 30 w 300"/>
              <a:gd name="p0y0" fmla="*/ 0 h 60"/>
              <a:gd name="p0x1" fmla="*/ 270 w 300"/>
              <a:gd name="p0y1" fmla="*/ 0 h 60"/>
              <a:gd name="p0x2" fmla="*/ 286 w 300"/>
              <a:gd name="p0y2" fmla="*/ 0 h 60"/>
              <a:gd name="p0x3" fmla="*/ 300 w 300"/>
              <a:gd name="p0y3" fmla="*/ 13 h 60"/>
              <a:gd name="p0x4" fmla="*/ 300 w 300"/>
              <a:gd name="p0y4" fmla="*/ 30 h 60"/>
              <a:gd name="p0x5" fmla="*/ 300 w 300"/>
              <a:gd name="p0y5" fmla="*/ 46 h 60"/>
              <a:gd name="p0x6" fmla="*/ 286 w 300"/>
              <a:gd name="p0y6" fmla="*/ 60 h 60"/>
              <a:gd name="p0x7" fmla="*/ 270 w 300"/>
              <a:gd name="p0y7" fmla="*/ 60 h 60"/>
              <a:gd name="p0x8" fmla="*/ 30 w 300"/>
              <a:gd name="p0y8" fmla="*/ 60 h 60"/>
              <a:gd name="p0x9" fmla="*/ 13 w 300"/>
              <a:gd name="p0y9" fmla="*/ 60 h 60"/>
              <a:gd name="p0x10" fmla="*/ 0 w 300"/>
              <a:gd name="p0y10" fmla="*/ 46 h 60"/>
              <a:gd name="p0x11" fmla="*/ 0 w 300"/>
              <a:gd name="p0y11" fmla="*/ 30 h 60"/>
              <a:gd name="p0x12" fmla="*/ 0 w 300"/>
              <a:gd name="p0y12" fmla="*/ 13 h 60"/>
              <a:gd name="p0x13" fmla="*/ 13 w 300"/>
              <a:gd name="p0y13" fmla="*/ 0 h 60"/>
              <a:gd name="p0x14" fmla="*/ 30 w 300"/>
              <a:gd name="p0y14" fmla="*/ 0 h 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83" name="组合 82"/>
          <p:cNvGrpSpPr/>
          <p:nvPr/>
        </p:nvGrpSpPr>
        <p:grpSpPr>
          <a:xfrm>
            <a:off x="5972175" y="1109980"/>
            <a:ext cx="4320000" cy="2520000"/>
            <a:chOff x="6720" y="1830"/>
            <a:chExt cx="5760" cy="4004"/>
          </a:xfrm>
          <a:effectLst>
            <a:outerShdw blurRad="214313" dist="38100" dir="5399999" algn="ctr" rotWithShape="0">
              <a:srgbClr val="000000">
                <a:alpha val="5098"/>
              </a:srgbClr>
            </a:outerShdw>
          </a:effectLst>
        </p:grpSpPr>
        <p:sp>
          <p:nvSpPr>
            <p:cNvPr id="18" name="任意多边形 17"/>
            <p:cNvSpPr/>
            <p:nvPr>
              <p:custDataLst>
                <p:tags r:id="rId8"/>
              </p:custDataLst>
            </p:nvPr>
          </p:nvSpPr>
          <p:spPr>
            <a:xfrm>
              <a:off x="6720" y="1830"/>
              <a:ext cx="5760" cy="4005"/>
            </a:xfrm>
            <a:custGeom>
              <a:avLst/>
              <a:gdLst>
                <a:gd name="sw" fmla="*/ 1 w 5760"/>
                <a:gd name="sh" fmla="*/ 1 h 4005"/>
                <a:gd name="mins" fmla="min sw sh"/>
                <a:gd name="dsw" fmla="+- 0 sw mins"/>
                <a:gd name="dsh" fmla="+- 0 sh mins"/>
                <a:gd name="p0x0" fmla="*/ 180 w 5760"/>
                <a:gd name="p0y0" fmla="*/ 0 h 4005"/>
                <a:gd name="p0x1" fmla="*/ 5580 w 5760"/>
                <a:gd name="p0y1" fmla="*/ 0 h 4005"/>
                <a:gd name="p0x2" fmla="*/ 5679 w 5760"/>
                <a:gd name="p0y2" fmla="*/ 0 h 4005"/>
                <a:gd name="p0x3" fmla="*/ 5760 w 5760"/>
                <a:gd name="p0y3" fmla="*/ 80 h 4005"/>
                <a:gd name="p0x4" fmla="*/ 5760 w 5760"/>
                <a:gd name="p0y4" fmla="*/ 180 h 4005"/>
                <a:gd name="p0x5" fmla="*/ 5760 w 5760"/>
                <a:gd name="p0y5" fmla="*/ 3825 h 4005"/>
                <a:gd name="p0x6" fmla="*/ 5760 w 5760"/>
                <a:gd name="p0y6" fmla="*/ 3924 h 4005"/>
                <a:gd name="p0x7" fmla="*/ 5679 w 5760"/>
                <a:gd name="p0y7" fmla="*/ 4005 h 4005"/>
                <a:gd name="p0x8" fmla="*/ 5580 w 5760"/>
                <a:gd name="p0y8" fmla="*/ 4005 h 4005"/>
                <a:gd name="p0x9" fmla="*/ 180 w 5760"/>
                <a:gd name="p0y9" fmla="*/ 4005 h 4005"/>
                <a:gd name="p0x10" fmla="*/ 80 w 5760"/>
                <a:gd name="p0y10" fmla="*/ 4005 h 4005"/>
                <a:gd name="p0x11" fmla="*/ 0 w 5760"/>
                <a:gd name="p0y11" fmla="*/ 3924 h 4005"/>
                <a:gd name="p0x12" fmla="*/ 0 w 5760"/>
                <a:gd name="p0y12" fmla="*/ 3825 h 4005"/>
                <a:gd name="p0x13" fmla="*/ 0 w 5760"/>
                <a:gd name="p0y13" fmla="*/ 180 h 4005"/>
                <a:gd name="p0x14" fmla="*/ 0 w 5760"/>
                <a:gd name="p0y14" fmla="*/ 80 h 4005"/>
                <a:gd name="p0x15" fmla="*/ 80 w 5760"/>
                <a:gd name="p0y15" fmla="*/ 0 h 4005"/>
                <a:gd name="p0x16" fmla="*/ 180 w 5760"/>
                <a:gd name="p0y16" fmla="*/ 0 h 400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" name="任意多边形 18"/>
            <p:cNvSpPr/>
            <p:nvPr>
              <p:custDataLst>
                <p:tags r:id="rId9"/>
              </p:custDataLst>
            </p:nvPr>
          </p:nvSpPr>
          <p:spPr>
            <a:xfrm>
              <a:off x="6720" y="1830"/>
              <a:ext cx="180" cy="4005"/>
            </a:xfrm>
            <a:custGeom>
              <a:avLst/>
              <a:gdLst>
                <a:gd name="sw" fmla="*/ 1 w 180"/>
                <a:gd name="sh" fmla="*/ 1 h 4005"/>
                <a:gd name="mins" fmla="min sw sh"/>
                <a:gd name="dsw" fmla="+- 0 sw mins"/>
                <a:gd name="dsh" fmla="+- 0 sh mins"/>
                <a:gd name="p0x0" fmla="*/ 0 w 180"/>
                <a:gd name="p0y0" fmla="*/ 3825 h 4005"/>
                <a:gd name="p0x1" fmla="*/ 0 w 180"/>
                <a:gd name="p0y1" fmla="*/ 180 h 4005"/>
                <a:gd name="p0x2" fmla="*/ 0 w 180"/>
                <a:gd name="p0y2" fmla="*/ 80 h 4005"/>
                <a:gd name="p0x3" fmla="*/ 80 w 180"/>
                <a:gd name="p0y3" fmla="*/ 0 h 4005"/>
                <a:gd name="p0x4" fmla="*/ 180 w 180"/>
                <a:gd name="p0y4" fmla="*/ 0 h 4005"/>
                <a:gd name="p0x5" fmla="*/ 130 w 180"/>
                <a:gd name="p0y5" fmla="*/ 0 h 4005"/>
                <a:gd name="p0x6" fmla="*/ 90 w 180"/>
                <a:gd name="p0y6" fmla="*/ 80 h 4005"/>
                <a:gd name="p0x7" fmla="*/ 90 w 180"/>
                <a:gd name="p0y7" fmla="*/ 180 h 4005"/>
                <a:gd name="p0x8" fmla="*/ 90 w 180"/>
                <a:gd name="p0y8" fmla="*/ 3825 h 4005"/>
                <a:gd name="p0x9" fmla="*/ 90 w 180"/>
                <a:gd name="p0y9" fmla="*/ 3924 h 4005"/>
                <a:gd name="p0x10" fmla="*/ 130 w 180"/>
                <a:gd name="p0y10" fmla="*/ 4005 h 4005"/>
                <a:gd name="p0x11" fmla="*/ 180 w 180"/>
                <a:gd name="p0y11" fmla="*/ 4005 h 4005"/>
                <a:gd name="p0x12" fmla="*/ 80 w 180"/>
                <a:gd name="p0y12" fmla="*/ 4005 h 4005"/>
                <a:gd name="p0x13" fmla="*/ 0 w 180"/>
                <a:gd name="p0y13" fmla="*/ 3924 h 4005"/>
                <a:gd name="p0x14" fmla="*/ 0 w 180"/>
                <a:gd name="p0y14" fmla="*/ 3825 h 400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1" name="文本框 20"/>
          <p:cNvSpPr txBox="1"/>
          <p:nvPr>
            <p:custDataLst>
              <p:tags r:id="rId10"/>
            </p:custDataLst>
          </p:nvPr>
        </p:nvSpPr>
        <p:spPr>
          <a:xfrm>
            <a:off x="9693275" y="1109980"/>
            <a:ext cx="1000125" cy="57054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sz="360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360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任意多边形 29"/>
          <p:cNvSpPr/>
          <p:nvPr>
            <p:custDataLst>
              <p:tags r:id="rId11"/>
            </p:custDataLst>
          </p:nvPr>
        </p:nvSpPr>
        <p:spPr>
          <a:xfrm>
            <a:off x="8909050" y="3409950"/>
            <a:ext cx="190500" cy="38100"/>
          </a:xfrm>
          <a:custGeom>
            <a:avLst/>
            <a:gdLst>
              <a:gd name="sw" fmla="*/ 1 w 300"/>
              <a:gd name="sh" fmla="*/ 1 h 60"/>
              <a:gd name="mins" fmla="min sw sh"/>
              <a:gd name="dsw" fmla="+- 0 sw mins"/>
              <a:gd name="dsh" fmla="+- 0 sh mins"/>
              <a:gd name="p0x0" fmla="*/ 30 w 300"/>
              <a:gd name="p0y0" fmla="*/ 0 h 60"/>
              <a:gd name="p0x1" fmla="*/ 270 w 300"/>
              <a:gd name="p0y1" fmla="*/ 0 h 60"/>
              <a:gd name="p0x2" fmla="*/ 286 w 300"/>
              <a:gd name="p0y2" fmla="*/ 0 h 60"/>
              <a:gd name="p0x3" fmla="*/ 300 w 300"/>
              <a:gd name="p0y3" fmla="*/ 13 h 60"/>
              <a:gd name="p0x4" fmla="*/ 300 w 300"/>
              <a:gd name="p0y4" fmla="*/ 30 h 60"/>
              <a:gd name="p0x5" fmla="*/ 300 w 300"/>
              <a:gd name="p0y5" fmla="*/ 46 h 60"/>
              <a:gd name="p0x6" fmla="*/ 286 w 300"/>
              <a:gd name="p0y6" fmla="*/ 60 h 60"/>
              <a:gd name="p0x7" fmla="*/ 270 w 300"/>
              <a:gd name="p0y7" fmla="*/ 60 h 60"/>
              <a:gd name="p0x8" fmla="*/ 30 w 300"/>
              <a:gd name="p0y8" fmla="*/ 60 h 60"/>
              <a:gd name="p0x9" fmla="*/ 13 w 300"/>
              <a:gd name="p0y9" fmla="*/ 60 h 60"/>
              <a:gd name="p0x10" fmla="*/ 0 w 300"/>
              <a:gd name="p0y10" fmla="*/ 46 h 60"/>
              <a:gd name="p0x11" fmla="*/ 0 w 300"/>
              <a:gd name="p0y11" fmla="*/ 30 h 60"/>
              <a:gd name="p0x12" fmla="*/ 0 w 300"/>
              <a:gd name="p0y12" fmla="*/ 13 h 60"/>
              <a:gd name="p0x13" fmla="*/ 13 w 300"/>
              <a:gd name="p0y13" fmla="*/ 0 h 60"/>
              <a:gd name="p0x14" fmla="*/ 30 w 300"/>
              <a:gd name="p0y14" fmla="*/ 0 h 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84" name="组合 83"/>
          <p:cNvGrpSpPr/>
          <p:nvPr/>
        </p:nvGrpSpPr>
        <p:grpSpPr>
          <a:xfrm>
            <a:off x="1038225" y="3869055"/>
            <a:ext cx="4385945" cy="2542540"/>
            <a:chOff x="12720" y="1830"/>
            <a:chExt cx="5760" cy="4004"/>
          </a:xfrm>
          <a:effectLst>
            <a:outerShdw blurRad="214313" dist="38100" dir="5399999" algn="ctr" rotWithShape="0">
              <a:srgbClr val="000000">
                <a:alpha val="5098"/>
              </a:srgbClr>
            </a:outerShdw>
          </a:effectLst>
        </p:grpSpPr>
        <p:sp>
          <p:nvSpPr>
            <p:cNvPr id="31" name="任意多边形 30"/>
            <p:cNvSpPr/>
            <p:nvPr>
              <p:custDataLst>
                <p:tags r:id="rId12"/>
              </p:custDataLst>
            </p:nvPr>
          </p:nvSpPr>
          <p:spPr>
            <a:xfrm>
              <a:off x="12720" y="1830"/>
              <a:ext cx="5760" cy="4005"/>
            </a:xfrm>
            <a:custGeom>
              <a:avLst/>
              <a:gdLst>
                <a:gd name="sw" fmla="*/ 1 w 5760"/>
                <a:gd name="sh" fmla="*/ 1 h 4005"/>
                <a:gd name="mins" fmla="min sw sh"/>
                <a:gd name="dsw" fmla="+- 0 sw mins"/>
                <a:gd name="dsh" fmla="+- 0 sh mins"/>
                <a:gd name="p0x0" fmla="*/ 180 w 5760"/>
                <a:gd name="p0y0" fmla="*/ 0 h 4005"/>
                <a:gd name="p0x1" fmla="*/ 5580 w 5760"/>
                <a:gd name="p0y1" fmla="*/ 0 h 4005"/>
                <a:gd name="p0x2" fmla="*/ 5679 w 5760"/>
                <a:gd name="p0y2" fmla="*/ 0 h 4005"/>
                <a:gd name="p0x3" fmla="*/ 5760 w 5760"/>
                <a:gd name="p0y3" fmla="*/ 80 h 4005"/>
                <a:gd name="p0x4" fmla="*/ 5760 w 5760"/>
                <a:gd name="p0y4" fmla="*/ 180 h 4005"/>
                <a:gd name="p0x5" fmla="*/ 5760 w 5760"/>
                <a:gd name="p0y5" fmla="*/ 3825 h 4005"/>
                <a:gd name="p0x6" fmla="*/ 5760 w 5760"/>
                <a:gd name="p0y6" fmla="*/ 3924 h 4005"/>
                <a:gd name="p0x7" fmla="*/ 5679 w 5760"/>
                <a:gd name="p0y7" fmla="*/ 4005 h 4005"/>
                <a:gd name="p0x8" fmla="*/ 5580 w 5760"/>
                <a:gd name="p0y8" fmla="*/ 4005 h 4005"/>
                <a:gd name="p0x9" fmla="*/ 180 w 5760"/>
                <a:gd name="p0y9" fmla="*/ 4005 h 4005"/>
                <a:gd name="p0x10" fmla="*/ 80 w 5760"/>
                <a:gd name="p0y10" fmla="*/ 4005 h 4005"/>
                <a:gd name="p0x11" fmla="*/ 0 w 5760"/>
                <a:gd name="p0y11" fmla="*/ 3924 h 4005"/>
                <a:gd name="p0x12" fmla="*/ 0 w 5760"/>
                <a:gd name="p0y12" fmla="*/ 3825 h 4005"/>
                <a:gd name="p0x13" fmla="*/ 0 w 5760"/>
                <a:gd name="p0y13" fmla="*/ 180 h 4005"/>
                <a:gd name="p0x14" fmla="*/ 0 w 5760"/>
                <a:gd name="p0y14" fmla="*/ 80 h 4005"/>
                <a:gd name="p0x15" fmla="*/ 80 w 5760"/>
                <a:gd name="p0y15" fmla="*/ 0 h 4005"/>
                <a:gd name="p0x16" fmla="*/ 180 w 5760"/>
                <a:gd name="p0y16" fmla="*/ 0 h 400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" name="任意多边形 31"/>
            <p:cNvSpPr/>
            <p:nvPr>
              <p:custDataLst>
                <p:tags r:id="rId13"/>
              </p:custDataLst>
            </p:nvPr>
          </p:nvSpPr>
          <p:spPr>
            <a:xfrm>
              <a:off x="12720" y="1830"/>
              <a:ext cx="180" cy="4005"/>
            </a:xfrm>
            <a:custGeom>
              <a:avLst/>
              <a:gdLst>
                <a:gd name="sw" fmla="*/ 1 w 180"/>
                <a:gd name="sh" fmla="*/ 1 h 4005"/>
                <a:gd name="mins" fmla="min sw sh"/>
                <a:gd name="dsw" fmla="+- 0 sw mins"/>
                <a:gd name="dsh" fmla="+- 0 sh mins"/>
                <a:gd name="p0x0" fmla="*/ 0 w 180"/>
                <a:gd name="p0y0" fmla="*/ 3825 h 4005"/>
                <a:gd name="p0x1" fmla="*/ 0 w 180"/>
                <a:gd name="p0y1" fmla="*/ 180 h 4005"/>
                <a:gd name="p0x2" fmla="*/ 0 w 180"/>
                <a:gd name="p0y2" fmla="*/ 80 h 4005"/>
                <a:gd name="p0x3" fmla="*/ 80 w 180"/>
                <a:gd name="p0y3" fmla="*/ 0 h 4005"/>
                <a:gd name="p0x4" fmla="*/ 180 w 180"/>
                <a:gd name="p0y4" fmla="*/ 0 h 4005"/>
                <a:gd name="p0x5" fmla="*/ 130 w 180"/>
                <a:gd name="p0y5" fmla="*/ 0 h 4005"/>
                <a:gd name="p0x6" fmla="*/ 90 w 180"/>
                <a:gd name="p0y6" fmla="*/ 80 h 4005"/>
                <a:gd name="p0x7" fmla="*/ 90 w 180"/>
                <a:gd name="p0y7" fmla="*/ 180 h 4005"/>
                <a:gd name="p0x8" fmla="*/ 90 w 180"/>
                <a:gd name="p0y8" fmla="*/ 3825 h 4005"/>
                <a:gd name="p0x9" fmla="*/ 90 w 180"/>
                <a:gd name="p0y9" fmla="*/ 3924 h 4005"/>
                <a:gd name="p0x10" fmla="*/ 130 w 180"/>
                <a:gd name="p0y10" fmla="*/ 4005 h 4005"/>
                <a:gd name="p0x11" fmla="*/ 180 w 180"/>
                <a:gd name="p0y11" fmla="*/ 4005 h 4005"/>
                <a:gd name="p0x12" fmla="*/ 80 w 180"/>
                <a:gd name="p0y12" fmla="*/ 4005 h 4005"/>
                <a:gd name="p0x13" fmla="*/ 0 w 180"/>
                <a:gd name="p0y13" fmla="*/ 3924 h 4005"/>
                <a:gd name="p0x14" fmla="*/ 0 w 180"/>
                <a:gd name="p0y14" fmla="*/ 3825 h 400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4" name="文本框 33"/>
          <p:cNvSpPr txBox="1"/>
          <p:nvPr>
            <p:custDataLst>
              <p:tags r:id="rId14"/>
            </p:custDataLst>
          </p:nvPr>
        </p:nvSpPr>
        <p:spPr>
          <a:xfrm>
            <a:off x="4796790" y="3952875"/>
            <a:ext cx="1000125" cy="57054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sz="360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360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任意多边形 42"/>
          <p:cNvSpPr/>
          <p:nvPr>
            <p:custDataLst>
              <p:tags r:id="rId15"/>
            </p:custDataLst>
          </p:nvPr>
        </p:nvSpPr>
        <p:spPr>
          <a:xfrm>
            <a:off x="3924300" y="6155055"/>
            <a:ext cx="190500" cy="38100"/>
          </a:xfrm>
          <a:custGeom>
            <a:avLst/>
            <a:gdLst>
              <a:gd name="sw" fmla="*/ 1 w 300"/>
              <a:gd name="sh" fmla="*/ 1 h 60"/>
              <a:gd name="mins" fmla="min sw sh"/>
              <a:gd name="dsw" fmla="+- 0 sw mins"/>
              <a:gd name="dsh" fmla="+- 0 sh mins"/>
              <a:gd name="p0x0" fmla="*/ 30 w 300"/>
              <a:gd name="p0y0" fmla="*/ 0 h 60"/>
              <a:gd name="p0x1" fmla="*/ 270 w 300"/>
              <a:gd name="p0y1" fmla="*/ 0 h 60"/>
              <a:gd name="p0x2" fmla="*/ 286 w 300"/>
              <a:gd name="p0y2" fmla="*/ 0 h 60"/>
              <a:gd name="p0x3" fmla="*/ 300 w 300"/>
              <a:gd name="p0y3" fmla="*/ 13 h 60"/>
              <a:gd name="p0x4" fmla="*/ 300 w 300"/>
              <a:gd name="p0y4" fmla="*/ 30 h 60"/>
              <a:gd name="p0x5" fmla="*/ 300 w 300"/>
              <a:gd name="p0y5" fmla="*/ 46 h 60"/>
              <a:gd name="p0x6" fmla="*/ 286 w 300"/>
              <a:gd name="p0y6" fmla="*/ 60 h 60"/>
              <a:gd name="p0x7" fmla="*/ 270 w 300"/>
              <a:gd name="p0y7" fmla="*/ 60 h 60"/>
              <a:gd name="p0x8" fmla="*/ 30 w 300"/>
              <a:gd name="p0y8" fmla="*/ 60 h 60"/>
              <a:gd name="p0x9" fmla="*/ 13 w 300"/>
              <a:gd name="p0y9" fmla="*/ 60 h 60"/>
              <a:gd name="p0x10" fmla="*/ 0 w 300"/>
              <a:gd name="p0y10" fmla="*/ 46 h 60"/>
              <a:gd name="p0x11" fmla="*/ 0 w 300"/>
              <a:gd name="p0y11" fmla="*/ 30 h 60"/>
              <a:gd name="p0x12" fmla="*/ 0 w 300"/>
              <a:gd name="p0y12" fmla="*/ 13 h 60"/>
              <a:gd name="p0x13" fmla="*/ 13 w 300"/>
              <a:gd name="p0y13" fmla="*/ 0 h 60"/>
              <a:gd name="p0x14" fmla="*/ 30 w 300"/>
              <a:gd name="p0y14" fmla="*/ 0 h 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85" name="组合 84"/>
          <p:cNvGrpSpPr/>
          <p:nvPr/>
        </p:nvGrpSpPr>
        <p:grpSpPr>
          <a:xfrm>
            <a:off x="5972175" y="3891915"/>
            <a:ext cx="4320000" cy="2520000"/>
            <a:chOff x="720" y="6075"/>
            <a:chExt cx="5760" cy="4004"/>
          </a:xfrm>
          <a:effectLst>
            <a:outerShdw blurRad="214313" dist="38100" dir="5399999" algn="ctr" rotWithShape="0">
              <a:srgbClr val="000000">
                <a:alpha val="5098"/>
              </a:srgbClr>
            </a:outerShdw>
          </a:effectLst>
        </p:grpSpPr>
        <p:sp>
          <p:nvSpPr>
            <p:cNvPr id="44" name="任意多边形 43"/>
            <p:cNvSpPr/>
            <p:nvPr>
              <p:custDataLst>
                <p:tags r:id="rId16"/>
              </p:custDataLst>
            </p:nvPr>
          </p:nvSpPr>
          <p:spPr>
            <a:xfrm>
              <a:off x="720" y="6075"/>
              <a:ext cx="5760" cy="4005"/>
            </a:xfrm>
            <a:custGeom>
              <a:avLst/>
              <a:gdLst>
                <a:gd name="sw" fmla="*/ 1 w 5760"/>
                <a:gd name="sh" fmla="*/ 1 h 4005"/>
                <a:gd name="mins" fmla="min sw sh"/>
                <a:gd name="dsw" fmla="+- 0 sw mins"/>
                <a:gd name="dsh" fmla="+- 0 sh mins"/>
                <a:gd name="p0x0" fmla="*/ 180 w 5760"/>
                <a:gd name="p0y0" fmla="*/ 0 h 4005"/>
                <a:gd name="p0x1" fmla="*/ 5580 w 5760"/>
                <a:gd name="p0y1" fmla="*/ 0 h 4005"/>
                <a:gd name="p0x2" fmla="*/ 5679 w 5760"/>
                <a:gd name="p0y2" fmla="*/ 0 h 4005"/>
                <a:gd name="p0x3" fmla="*/ 5760 w 5760"/>
                <a:gd name="p0y3" fmla="*/ 80 h 4005"/>
                <a:gd name="p0x4" fmla="*/ 5760 w 5760"/>
                <a:gd name="p0y4" fmla="*/ 180 h 4005"/>
                <a:gd name="p0x5" fmla="*/ 5760 w 5760"/>
                <a:gd name="p0y5" fmla="*/ 3825 h 4005"/>
                <a:gd name="p0x6" fmla="*/ 5760 w 5760"/>
                <a:gd name="p0y6" fmla="*/ 3924 h 4005"/>
                <a:gd name="p0x7" fmla="*/ 5679 w 5760"/>
                <a:gd name="p0y7" fmla="*/ 4005 h 4005"/>
                <a:gd name="p0x8" fmla="*/ 5580 w 5760"/>
                <a:gd name="p0y8" fmla="*/ 4005 h 4005"/>
                <a:gd name="p0x9" fmla="*/ 180 w 5760"/>
                <a:gd name="p0y9" fmla="*/ 4005 h 4005"/>
                <a:gd name="p0x10" fmla="*/ 80 w 5760"/>
                <a:gd name="p0y10" fmla="*/ 4005 h 4005"/>
                <a:gd name="p0x11" fmla="*/ 0 w 5760"/>
                <a:gd name="p0y11" fmla="*/ 3924 h 4005"/>
                <a:gd name="p0x12" fmla="*/ 0 w 5760"/>
                <a:gd name="p0y12" fmla="*/ 3825 h 4005"/>
                <a:gd name="p0x13" fmla="*/ 0 w 5760"/>
                <a:gd name="p0y13" fmla="*/ 180 h 4005"/>
                <a:gd name="p0x14" fmla="*/ 0 w 5760"/>
                <a:gd name="p0y14" fmla="*/ 80 h 4005"/>
                <a:gd name="p0x15" fmla="*/ 80 w 5760"/>
                <a:gd name="p0y15" fmla="*/ 0 h 4005"/>
                <a:gd name="p0x16" fmla="*/ 180 w 5760"/>
                <a:gd name="p0y16" fmla="*/ 0 h 400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5" name="任意多边形 44"/>
            <p:cNvSpPr/>
            <p:nvPr>
              <p:custDataLst>
                <p:tags r:id="rId17"/>
              </p:custDataLst>
            </p:nvPr>
          </p:nvSpPr>
          <p:spPr>
            <a:xfrm>
              <a:off x="720" y="6075"/>
              <a:ext cx="180" cy="4005"/>
            </a:xfrm>
            <a:custGeom>
              <a:avLst/>
              <a:gdLst>
                <a:gd name="sw" fmla="*/ 1 w 180"/>
                <a:gd name="sh" fmla="*/ 1 h 4005"/>
                <a:gd name="mins" fmla="min sw sh"/>
                <a:gd name="dsw" fmla="+- 0 sw mins"/>
                <a:gd name="dsh" fmla="+- 0 sh mins"/>
                <a:gd name="p0x0" fmla="*/ 0 w 180"/>
                <a:gd name="p0y0" fmla="*/ 3825 h 4005"/>
                <a:gd name="p0x1" fmla="*/ 0 w 180"/>
                <a:gd name="p0y1" fmla="*/ 180 h 4005"/>
                <a:gd name="p0x2" fmla="*/ 0 w 180"/>
                <a:gd name="p0y2" fmla="*/ 80 h 4005"/>
                <a:gd name="p0x3" fmla="*/ 80 w 180"/>
                <a:gd name="p0y3" fmla="*/ 0 h 4005"/>
                <a:gd name="p0x4" fmla="*/ 180 w 180"/>
                <a:gd name="p0y4" fmla="*/ 0 h 4005"/>
                <a:gd name="p0x5" fmla="*/ 130 w 180"/>
                <a:gd name="p0y5" fmla="*/ 0 h 4005"/>
                <a:gd name="p0x6" fmla="*/ 90 w 180"/>
                <a:gd name="p0y6" fmla="*/ 80 h 4005"/>
                <a:gd name="p0x7" fmla="*/ 90 w 180"/>
                <a:gd name="p0y7" fmla="*/ 180 h 4005"/>
                <a:gd name="p0x8" fmla="*/ 90 w 180"/>
                <a:gd name="p0y8" fmla="*/ 3825 h 4005"/>
                <a:gd name="p0x9" fmla="*/ 90 w 180"/>
                <a:gd name="p0y9" fmla="*/ 3924 h 4005"/>
                <a:gd name="p0x10" fmla="*/ 130 w 180"/>
                <a:gd name="p0y10" fmla="*/ 4005 h 4005"/>
                <a:gd name="p0x11" fmla="*/ 180 w 180"/>
                <a:gd name="p0y11" fmla="*/ 4005 h 4005"/>
                <a:gd name="p0x12" fmla="*/ 80 w 180"/>
                <a:gd name="p0y12" fmla="*/ 4005 h 4005"/>
                <a:gd name="p0x13" fmla="*/ 0 w 180"/>
                <a:gd name="p0y13" fmla="*/ 3924 h 4005"/>
                <a:gd name="p0x14" fmla="*/ 0 w 180"/>
                <a:gd name="p0y14" fmla="*/ 3825 h 400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47" name="文本框 46"/>
          <p:cNvSpPr txBox="1"/>
          <p:nvPr>
            <p:custDataLst>
              <p:tags r:id="rId18"/>
            </p:custDataLst>
          </p:nvPr>
        </p:nvSpPr>
        <p:spPr>
          <a:xfrm>
            <a:off x="9688830" y="3952875"/>
            <a:ext cx="1000125" cy="57054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sz="3600" b="1">
                <a:solidFill>
                  <a:srgbClr val="E2E8F0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sz="3600" b="1">
              <a:solidFill>
                <a:srgbClr val="E2E8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任意多边形 55"/>
          <p:cNvSpPr/>
          <p:nvPr>
            <p:custDataLst>
              <p:tags r:id="rId19"/>
            </p:custDataLst>
          </p:nvPr>
        </p:nvSpPr>
        <p:spPr>
          <a:xfrm>
            <a:off x="8909050" y="6155055"/>
            <a:ext cx="190500" cy="38100"/>
          </a:xfrm>
          <a:custGeom>
            <a:avLst/>
            <a:gdLst>
              <a:gd name="sw" fmla="*/ 1 w 300"/>
              <a:gd name="sh" fmla="*/ 1 h 60"/>
              <a:gd name="mins" fmla="min sw sh"/>
              <a:gd name="dsw" fmla="+- 0 sw mins"/>
              <a:gd name="dsh" fmla="+- 0 sh mins"/>
              <a:gd name="p0x0" fmla="*/ 30 w 300"/>
              <a:gd name="p0y0" fmla="*/ 0 h 60"/>
              <a:gd name="p0x1" fmla="*/ 270 w 300"/>
              <a:gd name="p0y1" fmla="*/ 0 h 60"/>
              <a:gd name="p0x2" fmla="*/ 286 w 300"/>
              <a:gd name="p0y2" fmla="*/ 0 h 60"/>
              <a:gd name="p0x3" fmla="*/ 300 w 300"/>
              <a:gd name="p0y3" fmla="*/ 13 h 60"/>
              <a:gd name="p0x4" fmla="*/ 300 w 300"/>
              <a:gd name="p0y4" fmla="*/ 30 h 60"/>
              <a:gd name="p0x5" fmla="*/ 300 w 300"/>
              <a:gd name="p0y5" fmla="*/ 46 h 60"/>
              <a:gd name="p0x6" fmla="*/ 286 w 300"/>
              <a:gd name="p0y6" fmla="*/ 60 h 60"/>
              <a:gd name="p0x7" fmla="*/ 270 w 300"/>
              <a:gd name="p0y7" fmla="*/ 60 h 60"/>
              <a:gd name="p0x8" fmla="*/ 30 w 300"/>
              <a:gd name="p0y8" fmla="*/ 60 h 60"/>
              <a:gd name="p0x9" fmla="*/ 13 w 300"/>
              <a:gd name="p0y9" fmla="*/ 60 h 60"/>
              <a:gd name="p0x10" fmla="*/ 0 w 300"/>
              <a:gd name="p0y10" fmla="*/ 46 h 60"/>
              <a:gd name="p0x11" fmla="*/ 0 w 300"/>
              <a:gd name="p0y11" fmla="*/ 30 h 60"/>
              <a:gd name="p0x12" fmla="*/ 0 w 300"/>
              <a:gd name="p0y12" fmla="*/ 13 h 60"/>
              <a:gd name="p0x13" fmla="*/ 13 w 300"/>
              <a:gd name="p0y13" fmla="*/ 0 h 60"/>
              <a:gd name="p0x14" fmla="*/ 30 w 300"/>
              <a:gd name="p0y14" fmla="*/ 0 h 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任意多边形 8"/>
          <p:cNvSpPr/>
          <p:nvPr>
            <p:custDataLst>
              <p:tags r:id="rId20"/>
            </p:custDataLst>
          </p:nvPr>
        </p:nvSpPr>
        <p:spPr>
          <a:xfrm>
            <a:off x="1285875" y="1352550"/>
            <a:ext cx="457200" cy="457200"/>
          </a:xfrm>
          <a:custGeom>
            <a:avLst/>
            <a:gdLst>
              <a:gd name="sw" fmla="*/ 1 w 720"/>
              <a:gd name="sh" fmla="*/ 1 h 720"/>
              <a:gd name="mins" fmla="min sw sh"/>
              <a:gd name="dsw" fmla="+- 0 sw mins"/>
              <a:gd name="dsh" fmla="+- 0 sh mins"/>
              <a:gd name="p0x0" fmla="*/ 150 w 720"/>
              <a:gd name="p0y0" fmla="*/ 0 h 720"/>
              <a:gd name="p0x1" fmla="*/ 570 w 720"/>
              <a:gd name="p0y1" fmla="*/ 0 h 720"/>
              <a:gd name="p0x2" fmla="*/ 652 w 720"/>
              <a:gd name="p0y2" fmla="*/ 0 h 720"/>
              <a:gd name="p0x3" fmla="*/ 720 w 720"/>
              <a:gd name="p0y3" fmla="*/ 67 h 720"/>
              <a:gd name="p0x4" fmla="*/ 720 w 720"/>
              <a:gd name="p0y4" fmla="*/ 150 h 720"/>
              <a:gd name="p0x5" fmla="*/ 720 w 720"/>
              <a:gd name="p0y5" fmla="*/ 570 h 720"/>
              <a:gd name="p0x6" fmla="*/ 720 w 720"/>
              <a:gd name="p0y6" fmla="*/ 652 h 720"/>
              <a:gd name="p0x7" fmla="*/ 652 w 720"/>
              <a:gd name="p0y7" fmla="*/ 720 h 720"/>
              <a:gd name="p0x8" fmla="*/ 570 w 720"/>
              <a:gd name="p0y8" fmla="*/ 720 h 720"/>
              <a:gd name="p0x9" fmla="*/ 150 w 720"/>
              <a:gd name="p0y9" fmla="*/ 720 h 720"/>
              <a:gd name="p0x10" fmla="*/ 67 w 720"/>
              <a:gd name="p0y10" fmla="*/ 720 h 720"/>
              <a:gd name="p0x11" fmla="*/ 0 w 720"/>
              <a:gd name="p0y11" fmla="*/ 652 h 720"/>
              <a:gd name="p0x12" fmla="*/ 0 w 720"/>
              <a:gd name="p0y12" fmla="*/ 570 h 720"/>
              <a:gd name="p0x13" fmla="*/ 0 w 720"/>
              <a:gd name="p0y13" fmla="*/ 150 h 720"/>
              <a:gd name="p0x14" fmla="*/ 0 w 720"/>
              <a:gd name="p0y14" fmla="*/ 67 h 720"/>
              <a:gd name="p0x15" fmla="*/ 67 w 720"/>
              <a:gd name="p0y15" fmla="*/ 0 h 720"/>
              <a:gd name="p0x16" fmla="*/ 150 w 720"/>
              <a:gd name="p0y16" fmla="*/ 0 h 7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E2E8F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 l="-2381" t="-3651" r="-2381" b="-3651"/>
          <a:stretch>
            <a:fillRect/>
          </a:stretch>
        </p:blipFill>
        <p:spPr>
          <a:xfrm>
            <a:off x="1409700" y="1471295"/>
            <a:ext cx="209550" cy="21463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24"/>
            </p:custDataLst>
          </p:nvPr>
        </p:nvSpPr>
        <p:spPr>
          <a:xfrm>
            <a:off x="1285875" y="1924050"/>
            <a:ext cx="3219450" cy="2762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研究背景与意义</a:t>
            </a:r>
            <a:endParaRPr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25"/>
            </p:custDataLst>
          </p:nvPr>
        </p:nvSpPr>
        <p:spPr>
          <a:xfrm>
            <a:off x="1285875" y="332168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>
            <p:custDataLst>
              <p:tags r:id="rId26"/>
            </p:custDataLst>
          </p:nvPr>
        </p:nvSpPr>
        <p:spPr>
          <a:xfrm>
            <a:off x="1537970" y="3255010"/>
            <a:ext cx="3086100" cy="190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研究目标</a:t>
            </a:r>
            <a:endParaRPr sz="14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任意多边形 21"/>
          <p:cNvSpPr/>
          <p:nvPr>
            <p:custDataLst>
              <p:tags r:id="rId27"/>
            </p:custDataLst>
          </p:nvPr>
        </p:nvSpPr>
        <p:spPr>
          <a:xfrm>
            <a:off x="6323330" y="1352550"/>
            <a:ext cx="457200" cy="457200"/>
          </a:xfrm>
          <a:custGeom>
            <a:avLst/>
            <a:gdLst>
              <a:gd name="sw" fmla="*/ 1 w 720"/>
              <a:gd name="sh" fmla="*/ 1 h 720"/>
              <a:gd name="mins" fmla="min sw sh"/>
              <a:gd name="dsw" fmla="+- 0 sw mins"/>
              <a:gd name="dsh" fmla="+- 0 sh mins"/>
              <a:gd name="p0x0" fmla="*/ 150 w 720"/>
              <a:gd name="p0y0" fmla="*/ 0 h 720"/>
              <a:gd name="p0x1" fmla="*/ 570 w 720"/>
              <a:gd name="p0y1" fmla="*/ 0 h 720"/>
              <a:gd name="p0x2" fmla="*/ 652 w 720"/>
              <a:gd name="p0y2" fmla="*/ 0 h 720"/>
              <a:gd name="p0x3" fmla="*/ 720 w 720"/>
              <a:gd name="p0y3" fmla="*/ 67 h 720"/>
              <a:gd name="p0x4" fmla="*/ 720 w 720"/>
              <a:gd name="p0y4" fmla="*/ 150 h 720"/>
              <a:gd name="p0x5" fmla="*/ 720 w 720"/>
              <a:gd name="p0y5" fmla="*/ 570 h 720"/>
              <a:gd name="p0x6" fmla="*/ 720 w 720"/>
              <a:gd name="p0y6" fmla="*/ 652 h 720"/>
              <a:gd name="p0x7" fmla="*/ 652 w 720"/>
              <a:gd name="p0y7" fmla="*/ 720 h 720"/>
              <a:gd name="p0x8" fmla="*/ 570 w 720"/>
              <a:gd name="p0y8" fmla="*/ 720 h 720"/>
              <a:gd name="p0x9" fmla="*/ 150 w 720"/>
              <a:gd name="p0y9" fmla="*/ 720 h 720"/>
              <a:gd name="p0x10" fmla="*/ 67 w 720"/>
              <a:gd name="p0y10" fmla="*/ 720 h 720"/>
              <a:gd name="p0x11" fmla="*/ 0 w 720"/>
              <a:gd name="p0y11" fmla="*/ 652 h 720"/>
              <a:gd name="p0x12" fmla="*/ 0 w 720"/>
              <a:gd name="p0y12" fmla="*/ 570 h 720"/>
              <a:gd name="p0x13" fmla="*/ 0 w 720"/>
              <a:gd name="p0y13" fmla="*/ 150 h 720"/>
              <a:gd name="p0x14" fmla="*/ 0 w 720"/>
              <a:gd name="p0y14" fmla="*/ 67 h 720"/>
              <a:gd name="p0x15" fmla="*/ 67 w 720"/>
              <a:gd name="p0y15" fmla="*/ 0 h 720"/>
              <a:gd name="p0x16" fmla="*/ 150 w 720"/>
              <a:gd name="p0y16" fmla="*/ 0 h 7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E2E8F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rcRect l="-2083" t="-12593" r="-2083" b="-12593"/>
          <a:stretch>
            <a:fillRect/>
          </a:stretch>
        </p:blipFill>
        <p:spPr>
          <a:xfrm>
            <a:off x="6432868" y="1489075"/>
            <a:ext cx="238125" cy="214630"/>
          </a:xfrm>
          <a:prstGeom prst="rect">
            <a:avLst/>
          </a:prstGeom>
        </p:spPr>
      </p:pic>
      <p:sp>
        <p:nvSpPr>
          <p:cNvPr id="24" name="文本框 23"/>
          <p:cNvSpPr txBox="1"/>
          <p:nvPr>
            <p:custDataLst>
              <p:tags r:id="rId31"/>
            </p:custDataLst>
          </p:nvPr>
        </p:nvSpPr>
        <p:spPr>
          <a:xfrm>
            <a:off x="6315075" y="1924050"/>
            <a:ext cx="3219450" cy="2762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数据处理方法</a:t>
            </a:r>
            <a:endParaRPr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任意多边形 25"/>
          <p:cNvSpPr/>
          <p:nvPr>
            <p:custDataLst>
              <p:tags r:id="rId32"/>
            </p:custDataLst>
          </p:nvPr>
        </p:nvSpPr>
        <p:spPr>
          <a:xfrm>
            <a:off x="6181725" y="2988310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33"/>
            </p:custDataLst>
          </p:nvPr>
        </p:nvSpPr>
        <p:spPr>
          <a:xfrm>
            <a:off x="6315075" y="2921635"/>
            <a:ext cx="3086100" cy="190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快速傅里叶变换</a:t>
            </a:r>
            <a:endParaRPr sz="14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任意多边形 27"/>
          <p:cNvSpPr/>
          <p:nvPr>
            <p:custDataLst>
              <p:tags r:id="rId34"/>
            </p:custDataLst>
          </p:nvPr>
        </p:nvSpPr>
        <p:spPr>
          <a:xfrm>
            <a:off x="6189980" y="332168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>
            <p:custDataLst>
              <p:tags r:id="rId35"/>
            </p:custDataLst>
          </p:nvPr>
        </p:nvSpPr>
        <p:spPr>
          <a:xfrm>
            <a:off x="6323330" y="3255010"/>
            <a:ext cx="3086100" cy="190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载流子有效质量，</a:t>
            </a:r>
            <a:r>
              <a:rPr lang="zh-CN" altLang="en-US"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费米面</a:t>
            </a:r>
            <a:endParaRPr lang="zh-CN" altLang="en-US" sz="14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任意多边形 34"/>
          <p:cNvSpPr/>
          <p:nvPr>
            <p:custDataLst>
              <p:tags r:id="rId36"/>
            </p:custDataLst>
          </p:nvPr>
        </p:nvSpPr>
        <p:spPr>
          <a:xfrm>
            <a:off x="1285875" y="4059555"/>
            <a:ext cx="457200" cy="457200"/>
          </a:xfrm>
          <a:custGeom>
            <a:avLst/>
            <a:gdLst>
              <a:gd name="sw" fmla="*/ 1 w 720"/>
              <a:gd name="sh" fmla="*/ 1 h 720"/>
              <a:gd name="mins" fmla="min sw sh"/>
              <a:gd name="dsw" fmla="+- 0 sw mins"/>
              <a:gd name="dsh" fmla="+- 0 sh mins"/>
              <a:gd name="p0x0" fmla="*/ 150 w 720"/>
              <a:gd name="p0y0" fmla="*/ 0 h 720"/>
              <a:gd name="p0x1" fmla="*/ 570 w 720"/>
              <a:gd name="p0y1" fmla="*/ 0 h 720"/>
              <a:gd name="p0x2" fmla="*/ 652 w 720"/>
              <a:gd name="p0y2" fmla="*/ 0 h 720"/>
              <a:gd name="p0x3" fmla="*/ 720 w 720"/>
              <a:gd name="p0y3" fmla="*/ 67 h 720"/>
              <a:gd name="p0x4" fmla="*/ 720 w 720"/>
              <a:gd name="p0y4" fmla="*/ 150 h 720"/>
              <a:gd name="p0x5" fmla="*/ 720 w 720"/>
              <a:gd name="p0y5" fmla="*/ 570 h 720"/>
              <a:gd name="p0x6" fmla="*/ 720 w 720"/>
              <a:gd name="p0y6" fmla="*/ 652 h 720"/>
              <a:gd name="p0x7" fmla="*/ 652 w 720"/>
              <a:gd name="p0y7" fmla="*/ 720 h 720"/>
              <a:gd name="p0x8" fmla="*/ 570 w 720"/>
              <a:gd name="p0y8" fmla="*/ 720 h 720"/>
              <a:gd name="p0x9" fmla="*/ 150 w 720"/>
              <a:gd name="p0y9" fmla="*/ 720 h 720"/>
              <a:gd name="p0x10" fmla="*/ 67 w 720"/>
              <a:gd name="p0y10" fmla="*/ 720 h 720"/>
              <a:gd name="p0x11" fmla="*/ 0 w 720"/>
              <a:gd name="p0y11" fmla="*/ 652 h 720"/>
              <a:gd name="p0x12" fmla="*/ 0 w 720"/>
              <a:gd name="p0y12" fmla="*/ 570 h 720"/>
              <a:gd name="p0x13" fmla="*/ 0 w 720"/>
              <a:gd name="p0y13" fmla="*/ 150 h 720"/>
              <a:gd name="p0x14" fmla="*/ 0 w 720"/>
              <a:gd name="p0y14" fmla="*/ 67 h 720"/>
              <a:gd name="p0x15" fmla="*/ 67 w 720"/>
              <a:gd name="p0y15" fmla="*/ 0 h 720"/>
              <a:gd name="p0x16" fmla="*/ 150 w 720"/>
              <a:gd name="p0y16" fmla="*/ 0 h 7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E2E8F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rcRect l="-2949" t="-12593" r="-2949" b="-12593"/>
          <a:stretch>
            <a:fillRect/>
          </a:stretch>
        </p:blipFill>
        <p:spPr>
          <a:xfrm>
            <a:off x="1383030" y="4178300"/>
            <a:ext cx="262255" cy="21463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0"/>
            </p:custDataLst>
          </p:nvPr>
        </p:nvSpPr>
        <p:spPr>
          <a:xfrm>
            <a:off x="1285875" y="4631055"/>
            <a:ext cx="3219450" cy="2762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代码</a:t>
            </a:r>
            <a:r>
              <a:rPr 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介绍</a:t>
            </a:r>
            <a:endParaRPr lang="zh-CN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任意多边形 38"/>
          <p:cNvSpPr/>
          <p:nvPr>
            <p:custDataLst>
              <p:tags r:id="rId41"/>
            </p:custDataLst>
          </p:nvPr>
        </p:nvSpPr>
        <p:spPr>
          <a:xfrm>
            <a:off x="1285875" y="583120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42"/>
            </p:custDataLst>
          </p:nvPr>
        </p:nvSpPr>
        <p:spPr>
          <a:xfrm>
            <a:off x="1419225" y="5764530"/>
            <a:ext cx="3086100" cy="190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计算费米面</a:t>
            </a:r>
            <a:endParaRPr lang="zh-CN" altLang="en-US" sz="14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任意多边形 40"/>
          <p:cNvSpPr/>
          <p:nvPr>
            <p:custDataLst>
              <p:tags r:id="rId43"/>
            </p:custDataLst>
          </p:nvPr>
        </p:nvSpPr>
        <p:spPr>
          <a:xfrm>
            <a:off x="1285875" y="609790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文本框 41"/>
          <p:cNvSpPr txBox="1"/>
          <p:nvPr>
            <p:custDataLst>
              <p:tags r:id="rId44"/>
            </p:custDataLst>
          </p:nvPr>
        </p:nvSpPr>
        <p:spPr>
          <a:xfrm>
            <a:off x="1419225" y="6031230"/>
            <a:ext cx="3086100" cy="190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计算载流子</a:t>
            </a:r>
            <a:r>
              <a:rPr lang="zh-CN"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有效质量</a:t>
            </a:r>
            <a:endParaRPr lang="zh-CN" sz="14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任意多边形 47"/>
          <p:cNvSpPr/>
          <p:nvPr>
            <p:custDataLst>
              <p:tags r:id="rId45"/>
            </p:custDataLst>
          </p:nvPr>
        </p:nvSpPr>
        <p:spPr>
          <a:xfrm>
            <a:off x="6323330" y="4059555"/>
            <a:ext cx="457200" cy="457200"/>
          </a:xfrm>
          <a:custGeom>
            <a:avLst/>
            <a:gdLst>
              <a:gd name="sw" fmla="*/ 1 w 720"/>
              <a:gd name="sh" fmla="*/ 1 h 720"/>
              <a:gd name="mins" fmla="min sw sh"/>
              <a:gd name="dsw" fmla="+- 0 sw mins"/>
              <a:gd name="dsh" fmla="+- 0 sh mins"/>
              <a:gd name="p0x0" fmla="*/ 150 w 720"/>
              <a:gd name="p0y0" fmla="*/ 0 h 720"/>
              <a:gd name="p0x1" fmla="*/ 570 w 720"/>
              <a:gd name="p0y1" fmla="*/ 0 h 720"/>
              <a:gd name="p0x2" fmla="*/ 652 w 720"/>
              <a:gd name="p0y2" fmla="*/ 0 h 720"/>
              <a:gd name="p0x3" fmla="*/ 720 w 720"/>
              <a:gd name="p0y3" fmla="*/ 67 h 720"/>
              <a:gd name="p0x4" fmla="*/ 720 w 720"/>
              <a:gd name="p0y4" fmla="*/ 150 h 720"/>
              <a:gd name="p0x5" fmla="*/ 720 w 720"/>
              <a:gd name="p0y5" fmla="*/ 570 h 720"/>
              <a:gd name="p0x6" fmla="*/ 720 w 720"/>
              <a:gd name="p0y6" fmla="*/ 652 h 720"/>
              <a:gd name="p0x7" fmla="*/ 652 w 720"/>
              <a:gd name="p0y7" fmla="*/ 720 h 720"/>
              <a:gd name="p0x8" fmla="*/ 570 w 720"/>
              <a:gd name="p0y8" fmla="*/ 720 h 720"/>
              <a:gd name="p0x9" fmla="*/ 150 w 720"/>
              <a:gd name="p0y9" fmla="*/ 720 h 720"/>
              <a:gd name="p0x10" fmla="*/ 67 w 720"/>
              <a:gd name="p0y10" fmla="*/ 720 h 720"/>
              <a:gd name="p0x11" fmla="*/ 0 w 720"/>
              <a:gd name="p0y11" fmla="*/ 652 h 720"/>
              <a:gd name="p0x12" fmla="*/ 0 w 720"/>
              <a:gd name="p0y12" fmla="*/ 570 h 720"/>
              <a:gd name="p0x13" fmla="*/ 0 w 720"/>
              <a:gd name="p0y13" fmla="*/ 150 h 720"/>
              <a:gd name="p0x14" fmla="*/ 0 w 720"/>
              <a:gd name="p0y14" fmla="*/ 67 h 720"/>
              <a:gd name="p0x15" fmla="*/ 67 w 720"/>
              <a:gd name="p0y15" fmla="*/ 0 h 720"/>
              <a:gd name="p0x16" fmla="*/ 150 w 720"/>
              <a:gd name="p0y16" fmla="*/ 0 h 7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E2E8F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/>
          <p:cNvPicPr>
            <a:picLocks noChangeAspect="1"/>
          </p:cNvPicPr>
          <p:nvPr>
            <p:custDataLst>
              <p:tags r:id="rId46"/>
            </p:custDataLst>
          </p:nvPr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 l="-2949" t="-12593" r="-2949" b="-12593"/>
          <a:stretch>
            <a:fillRect/>
          </a:stretch>
        </p:blipFill>
        <p:spPr>
          <a:xfrm>
            <a:off x="6420485" y="4178300"/>
            <a:ext cx="262255" cy="214630"/>
          </a:xfrm>
          <a:prstGeom prst="rect">
            <a:avLst/>
          </a:prstGeom>
        </p:spPr>
      </p:pic>
      <p:sp>
        <p:nvSpPr>
          <p:cNvPr id="50" name="文本框 49"/>
          <p:cNvSpPr txBox="1"/>
          <p:nvPr>
            <p:custDataLst>
              <p:tags r:id="rId49"/>
            </p:custDataLst>
          </p:nvPr>
        </p:nvSpPr>
        <p:spPr>
          <a:xfrm>
            <a:off x="6315075" y="4631055"/>
            <a:ext cx="3219450" cy="2762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数值模拟与对比</a:t>
            </a:r>
            <a:endParaRPr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任意多边形 51"/>
          <p:cNvSpPr/>
          <p:nvPr>
            <p:custDataLst>
              <p:tags r:id="rId50"/>
            </p:custDataLst>
          </p:nvPr>
        </p:nvSpPr>
        <p:spPr>
          <a:xfrm>
            <a:off x="6189980" y="583120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>
            <p:custDataLst>
              <p:tags r:id="rId51"/>
            </p:custDataLst>
          </p:nvPr>
        </p:nvSpPr>
        <p:spPr>
          <a:xfrm>
            <a:off x="6323330" y="5764530"/>
            <a:ext cx="3086100" cy="190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en-US"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SdH</a:t>
            </a:r>
            <a:r>
              <a:rPr lang="zh-CN" altLang="en-US"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振荡</a:t>
            </a:r>
            <a:r>
              <a:rPr lang="zh-CN"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模拟</a:t>
            </a:r>
            <a:endParaRPr lang="zh-CN" sz="14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任意多边形 53"/>
          <p:cNvSpPr/>
          <p:nvPr>
            <p:custDataLst>
              <p:tags r:id="rId52"/>
            </p:custDataLst>
          </p:nvPr>
        </p:nvSpPr>
        <p:spPr>
          <a:xfrm>
            <a:off x="6189980" y="609790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文本框 54"/>
          <p:cNvSpPr txBox="1"/>
          <p:nvPr>
            <p:custDataLst>
              <p:tags r:id="rId53"/>
            </p:custDataLst>
          </p:nvPr>
        </p:nvSpPr>
        <p:spPr>
          <a:xfrm>
            <a:off x="6323330" y="6031230"/>
            <a:ext cx="3086100" cy="190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理论验证</a:t>
            </a:r>
            <a:endParaRPr sz="14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文本框 37"/>
          <p:cNvSpPr txBox="1"/>
          <p:nvPr>
            <p:custDataLst>
              <p:tags r:id="rId54"/>
            </p:custDataLst>
          </p:nvPr>
        </p:nvSpPr>
        <p:spPr>
          <a:xfrm>
            <a:off x="1537970" y="2921635"/>
            <a:ext cx="3086100" cy="190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研究</a:t>
            </a:r>
            <a:r>
              <a:rPr lang="zh-CN"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背景</a:t>
            </a:r>
            <a:endParaRPr lang="zh-CN" sz="14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任意多边形 45"/>
          <p:cNvSpPr/>
          <p:nvPr>
            <p:custDataLst>
              <p:tags r:id="rId55"/>
            </p:custDataLst>
          </p:nvPr>
        </p:nvSpPr>
        <p:spPr>
          <a:xfrm>
            <a:off x="1285875" y="2988310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任意多边形 50"/>
          <p:cNvSpPr/>
          <p:nvPr>
            <p:custDataLst>
              <p:tags r:id="rId56"/>
            </p:custDataLst>
          </p:nvPr>
        </p:nvSpPr>
        <p:spPr>
          <a:xfrm>
            <a:off x="1285875" y="555053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文本框 58"/>
          <p:cNvSpPr txBox="1"/>
          <p:nvPr>
            <p:custDataLst>
              <p:tags r:id="rId57"/>
            </p:custDataLst>
          </p:nvPr>
        </p:nvSpPr>
        <p:spPr>
          <a:xfrm>
            <a:off x="1419225" y="5483860"/>
            <a:ext cx="3086100" cy="190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快速傅里叶</a:t>
            </a:r>
            <a:r>
              <a:rPr lang="zh-CN" altLang="en-US" sz="14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变换</a:t>
            </a:r>
            <a:endParaRPr lang="zh-CN" altLang="en-US" sz="14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72" name="图片 71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0982325" y="0"/>
            <a:ext cx="1172845" cy="110680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457200" y="409575"/>
            <a:ext cx="3048000" cy="571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研究背景与意义</a:t>
            </a:r>
            <a:endParaRPr sz="3000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3" name="组合 52"/>
          <p:cNvGrpSpPr/>
          <p:nvPr/>
        </p:nvGrpSpPr>
        <p:grpSpPr>
          <a:xfrm>
            <a:off x="159048" y="1162050"/>
            <a:ext cx="4644524" cy="5238750"/>
            <a:chOff x="720" y="1830"/>
            <a:chExt cx="5700" cy="8250"/>
          </a:xfrm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grpSpPr>
        <p:sp>
          <p:nvSpPr>
            <p:cNvPr id="3" name="任意多边形 2"/>
            <p:cNvSpPr/>
            <p:nvPr>
              <p:custDataLst>
                <p:tags r:id="rId2"/>
              </p:custDataLst>
            </p:nvPr>
          </p:nvSpPr>
          <p:spPr>
            <a:xfrm>
              <a:off x="720" y="1830"/>
              <a:ext cx="5700" cy="8250"/>
            </a:xfrm>
            <a:custGeom>
              <a:avLst/>
              <a:gdLst>
                <a:gd name="sw" fmla="*/ 1 w 5700"/>
                <a:gd name="sh" fmla="*/ 1 h 8250"/>
                <a:gd name="mins" fmla="min sw sh"/>
                <a:gd name="dsw" fmla="+- 0 sw mins"/>
                <a:gd name="dsh" fmla="+- 0 sh mins"/>
                <a:gd name="p0x0" fmla="*/ 240 w 5700"/>
                <a:gd name="p0y0" fmla="*/ 0 h 8250"/>
                <a:gd name="p0x1" fmla="*/ 5460 w 5700"/>
                <a:gd name="p0y1" fmla="*/ 0 h 8250"/>
                <a:gd name="p0x2" fmla="*/ 5592 w 5700"/>
                <a:gd name="p0y2" fmla="*/ 0 h 8250"/>
                <a:gd name="p0x3" fmla="*/ 5700 w 5700"/>
                <a:gd name="p0y3" fmla="*/ 107 h 8250"/>
                <a:gd name="p0x4" fmla="*/ 5700 w 5700"/>
                <a:gd name="p0y4" fmla="*/ 240 h 8250"/>
                <a:gd name="p0x5" fmla="*/ 5700 w 5700"/>
                <a:gd name="p0y5" fmla="*/ 8010 h 8250"/>
                <a:gd name="p0x6" fmla="*/ 5700 w 5700"/>
                <a:gd name="p0y6" fmla="*/ 8142 h 8250"/>
                <a:gd name="p0x7" fmla="*/ 5592 w 5700"/>
                <a:gd name="p0y7" fmla="*/ 8250 h 8250"/>
                <a:gd name="p0x8" fmla="*/ 5460 w 5700"/>
                <a:gd name="p0y8" fmla="*/ 8250 h 8250"/>
                <a:gd name="p0x9" fmla="*/ 240 w 5700"/>
                <a:gd name="p0y9" fmla="*/ 8250 h 8250"/>
                <a:gd name="p0x10" fmla="*/ 107 w 5700"/>
                <a:gd name="p0y10" fmla="*/ 8250 h 8250"/>
                <a:gd name="p0x11" fmla="*/ 0 w 5700"/>
                <a:gd name="p0y11" fmla="*/ 8142 h 8250"/>
                <a:gd name="p0x12" fmla="*/ 0 w 5700"/>
                <a:gd name="p0y12" fmla="*/ 8010 h 8250"/>
                <a:gd name="p0x13" fmla="*/ 0 w 5700"/>
                <a:gd name="p0y13" fmla="*/ 240 h 8250"/>
                <a:gd name="p0x14" fmla="*/ 0 w 5700"/>
                <a:gd name="p0y14" fmla="*/ 107 h 8250"/>
                <a:gd name="p0x15" fmla="*/ 107 w 5700"/>
                <a:gd name="p0y15" fmla="*/ 0 h 8250"/>
                <a:gd name="p0x16" fmla="*/ 240 w 5700"/>
                <a:gd name="p0y16" fmla="*/ 0 h 825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任意多边形 3"/>
            <p:cNvSpPr/>
            <p:nvPr>
              <p:custDataLst>
                <p:tags r:id="rId3"/>
              </p:custDataLst>
            </p:nvPr>
          </p:nvSpPr>
          <p:spPr>
            <a:xfrm>
              <a:off x="720" y="1830"/>
              <a:ext cx="5700" cy="240"/>
            </a:xfrm>
            <a:custGeom>
              <a:avLst/>
              <a:gdLst>
                <a:gd name="sw" fmla="*/ 1 w 5700"/>
                <a:gd name="sh" fmla="*/ 1 h 240"/>
                <a:gd name="mins" fmla="min sw sh"/>
                <a:gd name="dsw" fmla="+- 0 sw mins"/>
                <a:gd name="dsh" fmla="+- 0 sh mins"/>
                <a:gd name="p0x0" fmla="*/ 240 w 5700"/>
                <a:gd name="p0y0" fmla="*/ 0 h 240"/>
                <a:gd name="p0x1" fmla="*/ 5460 w 5700"/>
                <a:gd name="p0y1" fmla="*/ 0 h 240"/>
                <a:gd name="p0x2" fmla="*/ 5592 w 5700"/>
                <a:gd name="p0y2" fmla="*/ 0 h 240"/>
                <a:gd name="p0x3" fmla="*/ 5700 w 5700"/>
                <a:gd name="p0y3" fmla="*/ 107 h 240"/>
                <a:gd name="p0x4" fmla="*/ 5700 w 5700"/>
                <a:gd name="p0y4" fmla="*/ 240 h 240"/>
                <a:gd name="p0x5" fmla="*/ 5700 w 5700"/>
                <a:gd name="p0y5" fmla="*/ 173 h 240"/>
                <a:gd name="p0x6" fmla="*/ 5592 w 5700"/>
                <a:gd name="p0y6" fmla="*/ 120 h 240"/>
                <a:gd name="p0x7" fmla="*/ 5460 w 5700"/>
                <a:gd name="p0y7" fmla="*/ 120 h 240"/>
                <a:gd name="p0x8" fmla="*/ 240 w 5700"/>
                <a:gd name="p0y8" fmla="*/ 120 h 240"/>
                <a:gd name="p0x9" fmla="*/ 107 w 5700"/>
                <a:gd name="p0y9" fmla="*/ 120 h 240"/>
                <a:gd name="p0x10" fmla="*/ 0 w 5700"/>
                <a:gd name="p0y10" fmla="*/ 173 h 240"/>
                <a:gd name="p0x11" fmla="*/ 0 w 5700"/>
                <a:gd name="p0y11" fmla="*/ 240 h 240"/>
                <a:gd name="p0x12" fmla="*/ 0 w 5700"/>
                <a:gd name="p0y12" fmla="*/ 107 h 240"/>
                <a:gd name="p0x13" fmla="*/ 107 w 5700"/>
                <a:gd name="p0y13" fmla="*/ 0 h 240"/>
                <a:gd name="p0x14" fmla="*/ 240 w 5700"/>
                <a:gd name="p0y14" fmla="*/ 0 h 24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54" name="组合 53"/>
          <p:cNvGrpSpPr/>
          <p:nvPr/>
        </p:nvGrpSpPr>
        <p:grpSpPr>
          <a:xfrm>
            <a:off x="5039364" y="1162026"/>
            <a:ext cx="3340525" cy="2523490"/>
            <a:chOff x="6720" y="1830"/>
            <a:chExt cx="5730" cy="3974"/>
          </a:xfrm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grpSpPr>
        <p:sp>
          <p:nvSpPr>
            <p:cNvPr id="12" name="任意多边形 11"/>
            <p:cNvSpPr/>
            <p:nvPr>
              <p:custDataLst>
                <p:tags r:id="rId4"/>
              </p:custDataLst>
            </p:nvPr>
          </p:nvSpPr>
          <p:spPr>
            <a:xfrm>
              <a:off x="6720" y="1830"/>
              <a:ext cx="5730" cy="3975"/>
            </a:xfrm>
            <a:custGeom>
              <a:avLst/>
              <a:gdLst>
                <a:gd name="sw" fmla="*/ 1 w 5730"/>
                <a:gd name="sh" fmla="*/ 1 h 3975"/>
                <a:gd name="mins" fmla="min sw sh"/>
                <a:gd name="dsw" fmla="+- 0 sw mins"/>
                <a:gd name="dsh" fmla="+- 0 sh mins"/>
                <a:gd name="p0x0" fmla="*/ 240 w 5730"/>
                <a:gd name="p0y0" fmla="*/ 0 h 3975"/>
                <a:gd name="p0x1" fmla="*/ 5490 w 5730"/>
                <a:gd name="p0y1" fmla="*/ 0 h 3975"/>
                <a:gd name="p0x2" fmla="*/ 5622 w 5730"/>
                <a:gd name="p0y2" fmla="*/ 0 h 3975"/>
                <a:gd name="p0x3" fmla="*/ 5730 w 5730"/>
                <a:gd name="p0y3" fmla="*/ 107 h 3975"/>
                <a:gd name="p0x4" fmla="*/ 5730 w 5730"/>
                <a:gd name="p0y4" fmla="*/ 240 h 3975"/>
                <a:gd name="p0x5" fmla="*/ 5730 w 5730"/>
                <a:gd name="p0y5" fmla="*/ 3735 h 3975"/>
                <a:gd name="p0x6" fmla="*/ 5730 w 5730"/>
                <a:gd name="p0y6" fmla="*/ 3867 h 3975"/>
                <a:gd name="p0x7" fmla="*/ 5622 w 5730"/>
                <a:gd name="p0y7" fmla="*/ 3975 h 3975"/>
                <a:gd name="p0x8" fmla="*/ 5490 w 5730"/>
                <a:gd name="p0y8" fmla="*/ 3975 h 3975"/>
                <a:gd name="p0x9" fmla="*/ 240 w 5730"/>
                <a:gd name="p0y9" fmla="*/ 3975 h 3975"/>
                <a:gd name="p0x10" fmla="*/ 107 w 5730"/>
                <a:gd name="p0y10" fmla="*/ 3975 h 3975"/>
                <a:gd name="p0x11" fmla="*/ 0 w 5730"/>
                <a:gd name="p0y11" fmla="*/ 3867 h 3975"/>
                <a:gd name="p0x12" fmla="*/ 0 w 5730"/>
                <a:gd name="p0y12" fmla="*/ 3735 h 3975"/>
                <a:gd name="p0x13" fmla="*/ 0 w 5730"/>
                <a:gd name="p0y13" fmla="*/ 240 h 3975"/>
                <a:gd name="p0x14" fmla="*/ 0 w 5730"/>
                <a:gd name="p0y14" fmla="*/ 107 h 3975"/>
                <a:gd name="p0x15" fmla="*/ 107 w 5730"/>
                <a:gd name="p0y15" fmla="*/ 0 h 3975"/>
                <a:gd name="p0x16" fmla="*/ 240 w 5730"/>
                <a:gd name="p0y16" fmla="*/ 0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" name="任意多边形 12"/>
            <p:cNvSpPr/>
            <p:nvPr>
              <p:custDataLst>
                <p:tags r:id="rId5"/>
              </p:custDataLst>
            </p:nvPr>
          </p:nvSpPr>
          <p:spPr>
            <a:xfrm>
              <a:off x="6720" y="1830"/>
              <a:ext cx="240" cy="3975"/>
            </a:xfrm>
            <a:custGeom>
              <a:avLst/>
              <a:gdLst>
                <a:gd name="sw" fmla="*/ 1 w 240"/>
                <a:gd name="sh" fmla="*/ 1 h 3975"/>
                <a:gd name="mins" fmla="min sw sh"/>
                <a:gd name="dsw" fmla="+- 0 sw mins"/>
                <a:gd name="dsh" fmla="+- 0 sh mins"/>
                <a:gd name="p0x0" fmla="*/ 0 w 240"/>
                <a:gd name="p0y0" fmla="*/ 3735 h 3975"/>
                <a:gd name="p0x1" fmla="*/ 0 w 240"/>
                <a:gd name="p0y1" fmla="*/ 240 h 3975"/>
                <a:gd name="p0x2" fmla="*/ 0 w 240"/>
                <a:gd name="p0y2" fmla="*/ 107 h 3975"/>
                <a:gd name="p0x3" fmla="*/ 107 w 240"/>
                <a:gd name="p0y3" fmla="*/ 0 h 3975"/>
                <a:gd name="p0x4" fmla="*/ 240 w 240"/>
                <a:gd name="p0y4" fmla="*/ 0 h 3975"/>
                <a:gd name="p0x5" fmla="*/ 157 w 240"/>
                <a:gd name="p0y5" fmla="*/ 0 h 3975"/>
                <a:gd name="p0x6" fmla="*/ 90 w 240"/>
                <a:gd name="p0y6" fmla="*/ 107 h 3975"/>
                <a:gd name="p0x7" fmla="*/ 90 w 240"/>
                <a:gd name="p0y7" fmla="*/ 240 h 3975"/>
                <a:gd name="p0x8" fmla="*/ 90 w 240"/>
                <a:gd name="p0y8" fmla="*/ 3735 h 3975"/>
                <a:gd name="p0x9" fmla="*/ 90 w 240"/>
                <a:gd name="p0y9" fmla="*/ 3867 h 3975"/>
                <a:gd name="p0x10" fmla="*/ 157 w 240"/>
                <a:gd name="p0y10" fmla="*/ 3975 h 3975"/>
                <a:gd name="p0x11" fmla="*/ 240 w 240"/>
                <a:gd name="p0y11" fmla="*/ 3975 h 3975"/>
                <a:gd name="p0x12" fmla="*/ 107 w 240"/>
                <a:gd name="p0y12" fmla="*/ 3975 h 3975"/>
                <a:gd name="p0x13" fmla="*/ 0 w 240"/>
                <a:gd name="p0y13" fmla="*/ 3867 h 3975"/>
                <a:gd name="p0x14" fmla="*/ 0 w 240"/>
                <a:gd name="p0y14" fmla="*/ 3735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15" name="图片 14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t="-4286" b="-4286"/>
          <a:stretch>
            <a:fillRect/>
          </a:stretch>
        </p:blipFill>
        <p:spPr>
          <a:xfrm>
            <a:off x="5318071" y="1381139"/>
            <a:ext cx="342900" cy="361950"/>
          </a:xfrm>
          <a:prstGeom prst="rect">
            <a:avLst/>
          </a:prstGeom>
        </p:spPr>
      </p:pic>
      <p:sp>
        <p:nvSpPr>
          <p:cNvPr id="16" name="文本框 15"/>
          <p:cNvSpPr txBox="1"/>
          <p:nvPr>
            <p:custDataLst>
              <p:tags r:id="rId9"/>
            </p:custDataLst>
          </p:nvPr>
        </p:nvSpPr>
        <p:spPr>
          <a:xfrm>
            <a:off x="5318071" y="1843055"/>
            <a:ext cx="3124200" cy="2952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lang="en-US" alt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SdH</a:t>
            </a:r>
            <a:r>
              <a:rPr lang="zh-CN" altLang="en-US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振荡本质</a:t>
            </a:r>
            <a:endParaRPr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10"/>
            </p:custDataLst>
          </p:nvPr>
        </p:nvSpPr>
        <p:spPr>
          <a:xfrm>
            <a:off x="5318125" y="2283460"/>
            <a:ext cx="3124200" cy="12687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电阻率随1/</a:t>
            </a:r>
            <a:r>
              <a:rPr lang="en-US" altLang="zh-CN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r>
              <a:rPr lang="zh-CN" alt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周期性振荡的宏观量子现象，源于电子在磁场中形成朗道能级，导致费米面附近态密度周期性变化</a:t>
            </a:r>
            <a:endParaRPr lang="zh-CN" altLang="en-US"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8" name="图片 1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 t="-3061" b="-3061"/>
          <a:stretch>
            <a:fillRect/>
          </a:stretch>
        </p:blipFill>
        <p:spPr>
          <a:xfrm rot="20700000">
            <a:off x="7576998" y="2859035"/>
            <a:ext cx="952500" cy="990600"/>
          </a:xfrm>
          <a:prstGeom prst="rect">
            <a:avLst/>
          </a:prstGeom>
        </p:spPr>
      </p:pic>
      <p:grpSp>
        <p:nvGrpSpPr>
          <p:cNvPr id="55" name="组合 54"/>
          <p:cNvGrpSpPr/>
          <p:nvPr/>
        </p:nvGrpSpPr>
        <p:grpSpPr>
          <a:xfrm>
            <a:off x="8604579" y="1162050"/>
            <a:ext cx="3250056" cy="2523490"/>
            <a:chOff x="12750" y="1830"/>
            <a:chExt cx="5730" cy="3974"/>
          </a:xfrm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grpSpPr>
        <p:sp>
          <p:nvSpPr>
            <p:cNvPr id="21" name="任意多边形 20"/>
            <p:cNvSpPr/>
            <p:nvPr>
              <p:custDataLst>
                <p:tags r:id="rId14"/>
              </p:custDataLst>
            </p:nvPr>
          </p:nvSpPr>
          <p:spPr>
            <a:xfrm>
              <a:off x="12750" y="1830"/>
              <a:ext cx="5730" cy="3975"/>
            </a:xfrm>
            <a:custGeom>
              <a:avLst/>
              <a:gdLst>
                <a:gd name="sw" fmla="*/ 1 w 5730"/>
                <a:gd name="sh" fmla="*/ 1 h 3975"/>
                <a:gd name="mins" fmla="min sw sh"/>
                <a:gd name="dsw" fmla="+- 0 sw mins"/>
                <a:gd name="dsh" fmla="+- 0 sh mins"/>
                <a:gd name="p0x0" fmla="*/ 240 w 5730"/>
                <a:gd name="p0y0" fmla="*/ 0 h 3975"/>
                <a:gd name="p0x1" fmla="*/ 5490 w 5730"/>
                <a:gd name="p0y1" fmla="*/ 0 h 3975"/>
                <a:gd name="p0x2" fmla="*/ 5622 w 5730"/>
                <a:gd name="p0y2" fmla="*/ 0 h 3975"/>
                <a:gd name="p0x3" fmla="*/ 5730 w 5730"/>
                <a:gd name="p0y3" fmla="*/ 107 h 3975"/>
                <a:gd name="p0x4" fmla="*/ 5730 w 5730"/>
                <a:gd name="p0y4" fmla="*/ 240 h 3975"/>
                <a:gd name="p0x5" fmla="*/ 5730 w 5730"/>
                <a:gd name="p0y5" fmla="*/ 3735 h 3975"/>
                <a:gd name="p0x6" fmla="*/ 5730 w 5730"/>
                <a:gd name="p0y6" fmla="*/ 3867 h 3975"/>
                <a:gd name="p0x7" fmla="*/ 5622 w 5730"/>
                <a:gd name="p0y7" fmla="*/ 3975 h 3975"/>
                <a:gd name="p0x8" fmla="*/ 5490 w 5730"/>
                <a:gd name="p0y8" fmla="*/ 3975 h 3975"/>
                <a:gd name="p0x9" fmla="*/ 240 w 5730"/>
                <a:gd name="p0y9" fmla="*/ 3975 h 3975"/>
                <a:gd name="p0x10" fmla="*/ 107 w 5730"/>
                <a:gd name="p0y10" fmla="*/ 3975 h 3975"/>
                <a:gd name="p0x11" fmla="*/ 0 w 5730"/>
                <a:gd name="p0y11" fmla="*/ 3867 h 3975"/>
                <a:gd name="p0x12" fmla="*/ 0 w 5730"/>
                <a:gd name="p0y12" fmla="*/ 3735 h 3975"/>
                <a:gd name="p0x13" fmla="*/ 0 w 5730"/>
                <a:gd name="p0y13" fmla="*/ 240 h 3975"/>
                <a:gd name="p0x14" fmla="*/ 0 w 5730"/>
                <a:gd name="p0y14" fmla="*/ 107 h 3975"/>
                <a:gd name="p0x15" fmla="*/ 107 w 5730"/>
                <a:gd name="p0y15" fmla="*/ 0 h 3975"/>
                <a:gd name="p0x16" fmla="*/ 240 w 5730"/>
                <a:gd name="p0y16" fmla="*/ 0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" name="任意多边形 21"/>
            <p:cNvSpPr/>
            <p:nvPr>
              <p:custDataLst>
                <p:tags r:id="rId15"/>
              </p:custDataLst>
            </p:nvPr>
          </p:nvSpPr>
          <p:spPr>
            <a:xfrm>
              <a:off x="12750" y="1830"/>
              <a:ext cx="240" cy="3975"/>
            </a:xfrm>
            <a:custGeom>
              <a:avLst/>
              <a:gdLst>
                <a:gd name="sw" fmla="*/ 1 w 240"/>
                <a:gd name="sh" fmla="*/ 1 h 3975"/>
                <a:gd name="mins" fmla="min sw sh"/>
                <a:gd name="dsw" fmla="+- 0 sw mins"/>
                <a:gd name="dsh" fmla="+- 0 sh mins"/>
                <a:gd name="p0x0" fmla="*/ 0 w 240"/>
                <a:gd name="p0y0" fmla="*/ 3735 h 3975"/>
                <a:gd name="p0x1" fmla="*/ 0 w 240"/>
                <a:gd name="p0y1" fmla="*/ 240 h 3975"/>
                <a:gd name="p0x2" fmla="*/ 0 w 240"/>
                <a:gd name="p0y2" fmla="*/ 107 h 3975"/>
                <a:gd name="p0x3" fmla="*/ 107 w 240"/>
                <a:gd name="p0y3" fmla="*/ 0 h 3975"/>
                <a:gd name="p0x4" fmla="*/ 240 w 240"/>
                <a:gd name="p0y4" fmla="*/ 0 h 3975"/>
                <a:gd name="p0x5" fmla="*/ 157 w 240"/>
                <a:gd name="p0y5" fmla="*/ 0 h 3975"/>
                <a:gd name="p0x6" fmla="*/ 90 w 240"/>
                <a:gd name="p0y6" fmla="*/ 107 h 3975"/>
                <a:gd name="p0x7" fmla="*/ 90 w 240"/>
                <a:gd name="p0y7" fmla="*/ 240 h 3975"/>
                <a:gd name="p0x8" fmla="*/ 90 w 240"/>
                <a:gd name="p0y8" fmla="*/ 3735 h 3975"/>
                <a:gd name="p0x9" fmla="*/ 90 w 240"/>
                <a:gd name="p0y9" fmla="*/ 3867 h 3975"/>
                <a:gd name="p0x10" fmla="*/ 157 w 240"/>
                <a:gd name="p0y10" fmla="*/ 3975 h 3975"/>
                <a:gd name="p0x11" fmla="*/ 240 w 240"/>
                <a:gd name="p0y11" fmla="*/ 3975 h 3975"/>
                <a:gd name="p0x12" fmla="*/ 107 w 240"/>
                <a:gd name="p0y12" fmla="*/ 3975 h 3975"/>
                <a:gd name="p0x13" fmla="*/ 0 w 240"/>
                <a:gd name="p0y13" fmla="*/ 3867 h 3975"/>
                <a:gd name="p0x14" fmla="*/ 0 w 240"/>
                <a:gd name="p0y14" fmla="*/ 3735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24" name="图片 23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 l="-1429" t="-2778" r="-1429" b="-2778"/>
          <a:stretch>
            <a:fillRect/>
          </a:stretch>
        </p:blipFill>
        <p:spPr>
          <a:xfrm>
            <a:off x="8778376" y="1381125"/>
            <a:ext cx="342900" cy="361950"/>
          </a:xfrm>
          <a:prstGeom prst="rect">
            <a:avLst/>
          </a:prstGeom>
        </p:spPr>
      </p:pic>
      <p:sp>
        <p:nvSpPr>
          <p:cNvPr id="25" name="文本框 24"/>
          <p:cNvSpPr txBox="1"/>
          <p:nvPr>
            <p:custDataLst>
              <p:tags r:id="rId19"/>
            </p:custDataLst>
          </p:nvPr>
        </p:nvSpPr>
        <p:spPr>
          <a:xfrm>
            <a:off x="8778376" y="1843088"/>
            <a:ext cx="3124200" cy="2952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lang="zh-CN" altLang="en-US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振荡的</a:t>
            </a:r>
            <a:r>
              <a:rPr lang="zh-CN" altLang="en-US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普适性</a:t>
            </a:r>
            <a:endParaRPr lang="zh-CN" altLang="en-US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20"/>
            </p:custDataLst>
          </p:nvPr>
        </p:nvSpPr>
        <p:spPr>
          <a:xfrm>
            <a:off x="8778240" y="2283460"/>
            <a:ext cx="3124200" cy="10744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金属在磁场中不止电阻率，磁化率，比热容等物理量也有振荡的现象</a:t>
            </a:r>
            <a:endParaRPr lang="zh-CN" altLang="en-US"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7" name="图片 26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 t="-2000" b="-2000"/>
          <a:stretch>
            <a:fillRect/>
          </a:stretch>
        </p:blipFill>
        <p:spPr>
          <a:xfrm rot="20700000">
            <a:off x="11230905" y="2840599"/>
            <a:ext cx="952500" cy="990600"/>
          </a:xfrm>
          <a:prstGeom prst="rect">
            <a:avLst/>
          </a:prstGeom>
        </p:spPr>
      </p:pic>
      <p:grpSp>
        <p:nvGrpSpPr>
          <p:cNvPr id="56" name="组合 55"/>
          <p:cNvGrpSpPr/>
          <p:nvPr/>
        </p:nvGrpSpPr>
        <p:grpSpPr>
          <a:xfrm>
            <a:off x="5027980" y="3876675"/>
            <a:ext cx="3351956" cy="2523490"/>
            <a:chOff x="6720" y="6105"/>
            <a:chExt cx="5730" cy="3974"/>
          </a:xfrm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grpSpPr>
        <p:sp>
          <p:nvSpPr>
            <p:cNvPr id="30" name="任意多边形 29"/>
            <p:cNvSpPr/>
            <p:nvPr>
              <p:custDataLst>
                <p:tags r:id="rId24"/>
              </p:custDataLst>
            </p:nvPr>
          </p:nvSpPr>
          <p:spPr>
            <a:xfrm>
              <a:off x="6720" y="6105"/>
              <a:ext cx="5730" cy="3975"/>
            </a:xfrm>
            <a:custGeom>
              <a:avLst/>
              <a:gdLst>
                <a:gd name="sw" fmla="*/ 1 w 5730"/>
                <a:gd name="sh" fmla="*/ 1 h 3975"/>
                <a:gd name="mins" fmla="min sw sh"/>
                <a:gd name="dsw" fmla="+- 0 sw mins"/>
                <a:gd name="dsh" fmla="+- 0 sh mins"/>
                <a:gd name="p0x0" fmla="*/ 240 w 5730"/>
                <a:gd name="p0y0" fmla="*/ 0 h 3975"/>
                <a:gd name="p0x1" fmla="*/ 5490 w 5730"/>
                <a:gd name="p0y1" fmla="*/ 0 h 3975"/>
                <a:gd name="p0x2" fmla="*/ 5622 w 5730"/>
                <a:gd name="p0y2" fmla="*/ 0 h 3975"/>
                <a:gd name="p0x3" fmla="*/ 5730 w 5730"/>
                <a:gd name="p0y3" fmla="*/ 107 h 3975"/>
                <a:gd name="p0x4" fmla="*/ 5730 w 5730"/>
                <a:gd name="p0y4" fmla="*/ 240 h 3975"/>
                <a:gd name="p0x5" fmla="*/ 5730 w 5730"/>
                <a:gd name="p0y5" fmla="*/ 3735 h 3975"/>
                <a:gd name="p0x6" fmla="*/ 5730 w 5730"/>
                <a:gd name="p0y6" fmla="*/ 3867 h 3975"/>
                <a:gd name="p0x7" fmla="*/ 5622 w 5730"/>
                <a:gd name="p0y7" fmla="*/ 3975 h 3975"/>
                <a:gd name="p0x8" fmla="*/ 5490 w 5730"/>
                <a:gd name="p0y8" fmla="*/ 3975 h 3975"/>
                <a:gd name="p0x9" fmla="*/ 240 w 5730"/>
                <a:gd name="p0y9" fmla="*/ 3975 h 3975"/>
                <a:gd name="p0x10" fmla="*/ 107 w 5730"/>
                <a:gd name="p0y10" fmla="*/ 3975 h 3975"/>
                <a:gd name="p0x11" fmla="*/ 0 w 5730"/>
                <a:gd name="p0y11" fmla="*/ 3867 h 3975"/>
                <a:gd name="p0x12" fmla="*/ 0 w 5730"/>
                <a:gd name="p0y12" fmla="*/ 3735 h 3975"/>
                <a:gd name="p0x13" fmla="*/ 0 w 5730"/>
                <a:gd name="p0y13" fmla="*/ 240 h 3975"/>
                <a:gd name="p0x14" fmla="*/ 0 w 5730"/>
                <a:gd name="p0y14" fmla="*/ 107 h 3975"/>
                <a:gd name="p0x15" fmla="*/ 107 w 5730"/>
                <a:gd name="p0y15" fmla="*/ 0 h 3975"/>
                <a:gd name="p0x16" fmla="*/ 240 w 5730"/>
                <a:gd name="p0y16" fmla="*/ 0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1" name="任意多边形 30"/>
            <p:cNvSpPr/>
            <p:nvPr>
              <p:custDataLst>
                <p:tags r:id="rId25"/>
              </p:custDataLst>
            </p:nvPr>
          </p:nvSpPr>
          <p:spPr>
            <a:xfrm>
              <a:off x="6720" y="6105"/>
              <a:ext cx="240" cy="3975"/>
            </a:xfrm>
            <a:custGeom>
              <a:avLst/>
              <a:gdLst>
                <a:gd name="sw" fmla="*/ 1 w 240"/>
                <a:gd name="sh" fmla="*/ 1 h 3975"/>
                <a:gd name="mins" fmla="min sw sh"/>
                <a:gd name="dsw" fmla="+- 0 sw mins"/>
                <a:gd name="dsh" fmla="+- 0 sh mins"/>
                <a:gd name="p0x0" fmla="*/ 0 w 240"/>
                <a:gd name="p0y0" fmla="*/ 3735 h 3975"/>
                <a:gd name="p0x1" fmla="*/ 0 w 240"/>
                <a:gd name="p0y1" fmla="*/ 240 h 3975"/>
                <a:gd name="p0x2" fmla="*/ 0 w 240"/>
                <a:gd name="p0y2" fmla="*/ 107 h 3975"/>
                <a:gd name="p0x3" fmla="*/ 107 w 240"/>
                <a:gd name="p0y3" fmla="*/ 0 h 3975"/>
                <a:gd name="p0x4" fmla="*/ 240 w 240"/>
                <a:gd name="p0y4" fmla="*/ 0 h 3975"/>
                <a:gd name="p0x5" fmla="*/ 157 w 240"/>
                <a:gd name="p0y5" fmla="*/ 0 h 3975"/>
                <a:gd name="p0x6" fmla="*/ 90 w 240"/>
                <a:gd name="p0y6" fmla="*/ 107 h 3975"/>
                <a:gd name="p0x7" fmla="*/ 90 w 240"/>
                <a:gd name="p0y7" fmla="*/ 240 h 3975"/>
                <a:gd name="p0x8" fmla="*/ 90 w 240"/>
                <a:gd name="p0y8" fmla="*/ 3735 h 3975"/>
                <a:gd name="p0x9" fmla="*/ 90 w 240"/>
                <a:gd name="p0y9" fmla="*/ 3867 h 3975"/>
                <a:gd name="p0x10" fmla="*/ 157 w 240"/>
                <a:gd name="p0y10" fmla="*/ 3975 h 3975"/>
                <a:gd name="p0x11" fmla="*/ 240 w 240"/>
                <a:gd name="p0y11" fmla="*/ 3975 h 3975"/>
                <a:gd name="p0x12" fmla="*/ 107 w 240"/>
                <a:gd name="p0y12" fmla="*/ 3975 h 3975"/>
                <a:gd name="p0x13" fmla="*/ 0 w 240"/>
                <a:gd name="p0y13" fmla="*/ 3867 h 3975"/>
                <a:gd name="p0x14" fmla="*/ 0 w 240"/>
                <a:gd name="p0y14" fmla="*/ 3735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33415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33" name="图片 32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rcRect l="-6204" t="-2778" r="-6204" b="-2778"/>
          <a:stretch>
            <a:fillRect/>
          </a:stretch>
        </p:blipFill>
        <p:spPr>
          <a:xfrm>
            <a:off x="5318047" y="4095750"/>
            <a:ext cx="385445" cy="361950"/>
          </a:xfrm>
          <a:prstGeom prst="rect">
            <a:avLst/>
          </a:prstGeom>
        </p:spPr>
      </p:pic>
      <p:sp>
        <p:nvSpPr>
          <p:cNvPr id="34" name="文本框 33"/>
          <p:cNvSpPr txBox="1"/>
          <p:nvPr>
            <p:custDataLst>
              <p:tags r:id="rId29"/>
            </p:custDataLst>
          </p:nvPr>
        </p:nvSpPr>
        <p:spPr>
          <a:xfrm>
            <a:off x="5318047" y="4557713"/>
            <a:ext cx="3124200" cy="2952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lang="zh-CN" altLang="en-US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费米面探测</a:t>
            </a:r>
            <a:endParaRPr lang="zh-CN" altLang="en-US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文本框 34"/>
          <p:cNvSpPr txBox="1"/>
          <p:nvPr>
            <p:custDataLst>
              <p:tags r:id="rId30"/>
            </p:custDataLst>
          </p:nvPr>
        </p:nvSpPr>
        <p:spPr>
          <a:xfrm>
            <a:off x="5318125" y="4998085"/>
            <a:ext cx="3124200" cy="102997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通过振荡周期反推费米面截面积</a:t>
            </a:r>
            <a:endParaRPr lang="zh-CN" altLang="en-US"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 l="-505" t="-2000" r="-505" b="-2000"/>
          <a:stretch>
            <a:fillRect/>
          </a:stretch>
        </p:blipFill>
        <p:spPr>
          <a:xfrm rot="20700000">
            <a:off x="7770577" y="5564442"/>
            <a:ext cx="952500" cy="990600"/>
          </a:xfrm>
          <a:prstGeom prst="rect">
            <a:avLst/>
          </a:prstGeom>
        </p:spPr>
      </p:pic>
      <p:grpSp>
        <p:nvGrpSpPr>
          <p:cNvPr id="57" name="组合 56"/>
          <p:cNvGrpSpPr/>
          <p:nvPr/>
        </p:nvGrpSpPr>
        <p:grpSpPr>
          <a:xfrm>
            <a:off x="8604579" y="3876675"/>
            <a:ext cx="3298030" cy="2523490"/>
            <a:chOff x="12750" y="6105"/>
            <a:chExt cx="5730" cy="3974"/>
          </a:xfrm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grpSpPr>
        <p:sp>
          <p:nvSpPr>
            <p:cNvPr id="39" name="任意多边形 38"/>
            <p:cNvSpPr/>
            <p:nvPr>
              <p:custDataLst>
                <p:tags r:id="rId34"/>
              </p:custDataLst>
            </p:nvPr>
          </p:nvSpPr>
          <p:spPr>
            <a:xfrm>
              <a:off x="12750" y="6105"/>
              <a:ext cx="5730" cy="3975"/>
            </a:xfrm>
            <a:custGeom>
              <a:avLst/>
              <a:gdLst>
                <a:gd name="sw" fmla="*/ 1 w 5730"/>
                <a:gd name="sh" fmla="*/ 1 h 3975"/>
                <a:gd name="mins" fmla="min sw sh"/>
                <a:gd name="dsw" fmla="+- 0 sw mins"/>
                <a:gd name="dsh" fmla="+- 0 sh mins"/>
                <a:gd name="p0x0" fmla="*/ 240 w 5730"/>
                <a:gd name="p0y0" fmla="*/ 0 h 3975"/>
                <a:gd name="p0x1" fmla="*/ 5490 w 5730"/>
                <a:gd name="p0y1" fmla="*/ 0 h 3975"/>
                <a:gd name="p0x2" fmla="*/ 5622 w 5730"/>
                <a:gd name="p0y2" fmla="*/ 0 h 3975"/>
                <a:gd name="p0x3" fmla="*/ 5730 w 5730"/>
                <a:gd name="p0y3" fmla="*/ 107 h 3975"/>
                <a:gd name="p0x4" fmla="*/ 5730 w 5730"/>
                <a:gd name="p0y4" fmla="*/ 240 h 3975"/>
                <a:gd name="p0x5" fmla="*/ 5730 w 5730"/>
                <a:gd name="p0y5" fmla="*/ 3735 h 3975"/>
                <a:gd name="p0x6" fmla="*/ 5730 w 5730"/>
                <a:gd name="p0y6" fmla="*/ 3867 h 3975"/>
                <a:gd name="p0x7" fmla="*/ 5622 w 5730"/>
                <a:gd name="p0y7" fmla="*/ 3975 h 3975"/>
                <a:gd name="p0x8" fmla="*/ 5490 w 5730"/>
                <a:gd name="p0y8" fmla="*/ 3975 h 3975"/>
                <a:gd name="p0x9" fmla="*/ 240 w 5730"/>
                <a:gd name="p0y9" fmla="*/ 3975 h 3975"/>
                <a:gd name="p0x10" fmla="*/ 107 w 5730"/>
                <a:gd name="p0y10" fmla="*/ 3975 h 3975"/>
                <a:gd name="p0x11" fmla="*/ 0 w 5730"/>
                <a:gd name="p0y11" fmla="*/ 3867 h 3975"/>
                <a:gd name="p0x12" fmla="*/ 0 w 5730"/>
                <a:gd name="p0y12" fmla="*/ 3735 h 3975"/>
                <a:gd name="p0x13" fmla="*/ 0 w 5730"/>
                <a:gd name="p0y13" fmla="*/ 240 h 3975"/>
                <a:gd name="p0x14" fmla="*/ 0 w 5730"/>
                <a:gd name="p0y14" fmla="*/ 107 h 3975"/>
                <a:gd name="p0x15" fmla="*/ 107 w 5730"/>
                <a:gd name="p0y15" fmla="*/ 0 h 3975"/>
                <a:gd name="p0x16" fmla="*/ 240 w 5730"/>
                <a:gd name="p0y16" fmla="*/ 0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0" name="任意多边形 39"/>
            <p:cNvSpPr/>
            <p:nvPr>
              <p:custDataLst>
                <p:tags r:id="rId35"/>
              </p:custDataLst>
            </p:nvPr>
          </p:nvSpPr>
          <p:spPr>
            <a:xfrm>
              <a:off x="12750" y="6105"/>
              <a:ext cx="240" cy="3975"/>
            </a:xfrm>
            <a:custGeom>
              <a:avLst/>
              <a:gdLst>
                <a:gd name="sw" fmla="*/ 1 w 240"/>
                <a:gd name="sh" fmla="*/ 1 h 3975"/>
                <a:gd name="mins" fmla="min sw sh"/>
                <a:gd name="dsw" fmla="+- 0 sw mins"/>
                <a:gd name="dsh" fmla="+- 0 sh mins"/>
                <a:gd name="p0x0" fmla="*/ 0 w 240"/>
                <a:gd name="p0y0" fmla="*/ 3735 h 3975"/>
                <a:gd name="p0x1" fmla="*/ 0 w 240"/>
                <a:gd name="p0y1" fmla="*/ 240 h 3975"/>
                <a:gd name="p0x2" fmla="*/ 0 w 240"/>
                <a:gd name="p0y2" fmla="*/ 107 h 3975"/>
                <a:gd name="p0x3" fmla="*/ 107 w 240"/>
                <a:gd name="p0y3" fmla="*/ 0 h 3975"/>
                <a:gd name="p0x4" fmla="*/ 240 w 240"/>
                <a:gd name="p0y4" fmla="*/ 0 h 3975"/>
                <a:gd name="p0x5" fmla="*/ 157 w 240"/>
                <a:gd name="p0y5" fmla="*/ 0 h 3975"/>
                <a:gd name="p0x6" fmla="*/ 90 w 240"/>
                <a:gd name="p0y6" fmla="*/ 107 h 3975"/>
                <a:gd name="p0x7" fmla="*/ 90 w 240"/>
                <a:gd name="p0y7" fmla="*/ 240 h 3975"/>
                <a:gd name="p0x8" fmla="*/ 90 w 240"/>
                <a:gd name="p0y8" fmla="*/ 3735 h 3975"/>
                <a:gd name="p0x9" fmla="*/ 90 w 240"/>
                <a:gd name="p0y9" fmla="*/ 3867 h 3975"/>
                <a:gd name="p0x10" fmla="*/ 157 w 240"/>
                <a:gd name="p0y10" fmla="*/ 3975 h 3975"/>
                <a:gd name="p0x11" fmla="*/ 240 w 240"/>
                <a:gd name="p0y11" fmla="*/ 3975 h 3975"/>
                <a:gd name="p0x12" fmla="*/ 107 w 240"/>
                <a:gd name="p0y12" fmla="*/ 3975 h 3975"/>
                <a:gd name="p0x13" fmla="*/ 0 w 240"/>
                <a:gd name="p0y13" fmla="*/ 3867 h 3975"/>
                <a:gd name="p0x14" fmla="*/ 0 w 240"/>
                <a:gd name="p0y14" fmla="*/ 3735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64748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42" name="图片 41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rcRect t="-2778" b="-2778"/>
          <a:stretch>
            <a:fillRect/>
          </a:stretch>
        </p:blipFill>
        <p:spPr>
          <a:xfrm>
            <a:off x="8778376" y="4095750"/>
            <a:ext cx="342900" cy="361950"/>
          </a:xfrm>
          <a:prstGeom prst="rect">
            <a:avLst/>
          </a:prstGeom>
        </p:spPr>
      </p:pic>
      <p:sp>
        <p:nvSpPr>
          <p:cNvPr id="43" name="文本框 42"/>
          <p:cNvSpPr txBox="1"/>
          <p:nvPr>
            <p:custDataLst>
              <p:tags r:id="rId39"/>
            </p:custDataLst>
          </p:nvPr>
        </p:nvSpPr>
        <p:spPr>
          <a:xfrm>
            <a:off x="8778376" y="4557713"/>
            <a:ext cx="3124200" cy="2952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lang="zh-CN" altLang="en-US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有效质量测量</a:t>
            </a:r>
            <a:endParaRPr lang="zh-CN" altLang="en-US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文本框 43"/>
          <p:cNvSpPr txBox="1"/>
          <p:nvPr>
            <p:custDataLst>
              <p:tags r:id="rId40"/>
            </p:custDataLst>
          </p:nvPr>
        </p:nvSpPr>
        <p:spPr>
          <a:xfrm>
            <a:off x="8778240" y="4998085"/>
            <a:ext cx="3124200" cy="114109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分析振荡振幅与温度的依赖关系，提取电子有效质量参数</a:t>
            </a:r>
            <a:endParaRPr lang="zh-CN" altLang="en-US"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pic>
        <p:nvPicPr>
          <p:cNvPr id="45" name="图片 44"/>
          <p:cNvPicPr>
            <a:picLocks noChangeAspect="1"/>
          </p:cNvPicPr>
          <p:nvPr>
            <p:custDataLst>
              <p:tags r:id="rId41"/>
            </p:custDataLst>
          </p:nvPr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rcRect t="-2000" b="-2000"/>
          <a:stretch>
            <a:fillRect/>
          </a:stretch>
        </p:blipFill>
        <p:spPr>
          <a:xfrm rot="20700000">
            <a:off x="11240123" y="5619750"/>
            <a:ext cx="952500" cy="9906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44"/>
            </p:custDataLst>
          </p:nvPr>
        </p:nvSpPr>
        <p:spPr>
          <a:xfrm>
            <a:off x="49530" y="4901565"/>
            <a:ext cx="4828540" cy="924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图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1.HoBi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的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SdH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振荡现象</a:t>
            </a:r>
            <a:endParaRPr lang="zh-CN" altLang="en-US" sz="12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l">
              <a:lnSpc>
                <a:spcPct val="125000"/>
              </a:lnSpc>
            </a:pPr>
            <a:r>
              <a:rPr lang="en-US" altLang="zh-CN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NOWAKOWSKA P, PAVLOSIUK O, WI</a:t>
            </a:r>
            <a:r>
              <a:rPr lang="en-US" altLang="en-US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Ś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NIEWSKI P, et al. Scientific Reports, 2023, 13(1):22776.</a:t>
            </a:r>
            <a:endParaRPr lang="en-US" altLang="zh-CN" sz="12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21920" y="1495425"/>
            <a:ext cx="4725035" cy="329501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982325" y="0"/>
            <a:ext cx="1172845" cy="11068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457200" y="409575"/>
            <a:ext cx="1943100" cy="571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 spc="75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研究目标</a:t>
            </a:r>
            <a:endParaRPr sz="3000" b="1" spc="75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457200" y="1162050"/>
            <a:ext cx="3630930" cy="5238750"/>
            <a:chOff x="720" y="1830"/>
            <a:chExt cx="5718" cy="8250"/>
          </a:xfrm>
          <a:effectLst>
            <a:outerShdw blurRad="85725" dist="38100" dir="5399999" algn="ctr" rotWithShape="0">
              <a:srgbClr val="000000">
                <a:alpha val="5098"/>
              </a:srgbClr>
            </a:outerShdw>
          </a:effectLst>
        </p:grpSpPr>
        <p:sp>
          <p:nvSpPr>
            <p:cNvPr id="4" name="任意多边形 3"/>
            <p:cNvSpPr/>
            <p:nvPr>
              <p:custDataLst>
                <p:tags r:id="rId3"/>
              </p:custDataLst>
            </p:nvPr>
          </p:nvSpPr>
          <p:spPr>
            <a:xfrm>
              <a:off x="720" y="1830"/>
              <a:ext cx="5719" cy="8250"/>
            </a:xfrm>
            <a:custGeom>
              <a:avLst/>
              <a:gdLst>
                <a:gd name="sw" fmla="*/ 1 w 5719"/>
                <a:gd name="sh" fmla="*/ 1 h 8250"/>
                <a:gd name="mins" fmla="min sw sh"/>
                <a:gd name="dsw" fmla="+- 0 sw mins"/>
                <a:gd name="dsh" fmla="+- 0 sh mins"/>
                <a:gd name="p0x0" fmla="*/ 240 w 5719"/>
                <a:gd name="p0y0" fmla="*/ 0 h 8250"/>
                <a:gd name="p0x1" fmla="*/ 5479 w 5719"/>
                <a:gd name="p0y1" fmla="*/ 0 h 8250"/>
                <a:gd name="p0x2" fmla="*/ 5612 w 5719"/>
                <a:gd name="p0y2" fmla="*/ 0 h 8250"/>
                <a:gd name="p0x3" fmla="*/ 5719 w 5719"/>
                <a:gd name="p0y3" fmla="*/ 107 h 8250"/>
                <a:gd name="p0x4" fmla="*/ 5719 w 5719"/>
                <a:gd name="p0y4" fmla="*/ 240 h 8250"/>
                <a:gd name="p0x5" fmla="*/ 5719 w 5719"/>
                <a:gd name="p0y5" fmla="*/ 8010 h 8250"/>
                <a:gd name="p0x6" fmla="*/ 5719 w 5719"/>
                <a:gd name="p0y6" fmla="*/ 8142 h 8250"/>
                <a:gd name="p0x7" fmla="*/ 5612 w 5719"/>
                <a:gd name="p0y7" fmla="*/ 8250 h 8250"/>
                <a:gd name="p0x8" fmla="*/ 5479 w 5719"/>
                <a:gd name="p0y8" fmla="*/ 8250 h 8250"/>
                <a:gd name="p0x9" fmla="*/ 240 w 5719"/>
                <a:gd name="p0y9" fmla="*/ 8250 h 8250"/>
                <a:gd name="p0x10" fmla="*/ 107 w 5719"/>
                <a:gd name="p0y10" fmla="*/ 8250 h 8250"/>
                <a:gd name="p0x11" fmla="*/ 0 w 5719"/>
                <a:gd name="p0y11" fmla="*/ 8142 h 8250"/>
                <a:gd name="p0x12" fmla="*/ 0 w 5719"/>
                <a:gd name="p0y12" fmla="*/ 8010 h 8250"/>
                <a:gd name="p0x13" fmla="*/ 0 w 5719"/>
                <a:gd name="p0y13" fmla="*/ 240 h 8250"/>
                <a:gd name="p0x14" fmla="*/ 0 w 5719"/>
                <a:gd name="p0y14" fmla="*/ 107 h 8250"/>
                <a:gd name="p0x15" fmla="*/ 107 w 5719"/>
                <a:gd name="p0y15" fmla="*/ 0 h 8250"/>
                <a:gd name="p0x16" fmla="*/ 240 w 5719"/>
                <a:gd name="p0y16" fmla="*/ 0 h 825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任意多边形 4"/>
            <p:cNvSpPr/>
            <p:nvPr>
              <p:custDataLst>
                <p:tags r:id="rId4"/>
              </p:custDataLst>
            </p:nvPr>
          </p:nvSpPr>
          <p:spPr>
            <a:xfrm>
              <a:off x="720" y="1830"/>
              <a:ext cx="5719" cy="240"/>
            </a:xfrm>
            <a:custGeom>
              <a:avLst/>
              <a:gdLst>
                <a:gd name="sw" fmla="*/ 1 w 5719"/>
                <a:gd name="sh" fmla="*/ 1 h 240"/>
                <a:gd name="mins" fmla="min sw sh"/>
                <a:gd name="dsw" fmla="+- 0 sw mins"/>
                <a:gd name="dsh" fmla="+- 0 sh mins"/>
                <a:gd name="p0x0" fmla="*/ 240 w 5719"/>
                <a:gd name="p0y0" fmla="*/ 0 h 240"/>
                <a:gd name="p0x1" fmla="*/ 5479 w 5719"/>
                <a:gd name="p0y1" fmla="*/ 0 h 240"/>
                <a:gd name="p0x2" fmla="*/ 5612 w 5719"/>
                <a:gd name="p0y2" fmla="*/ 0 h 240"/>
                <a:gd name="p0x3" fmla="*/ 5719 w 5719"/>
                <a:gd name="p0y3" fmla="*/ 107 h 240"/>
                <a:gd name="p0x4" fmla="*/ 5719 w 5719"/>
                <a:gd name="p0y4" fmla="*/ 240 h 240"/>
                <a:gd name="p0x5" fmla="*/ 5719 w 5719"/>
                <a:gd name="p0y5" fmla="*/ 157 h 240"/>
                <a:gd name="p0x6" fmla="*/ 5612 w 5719"/>
                <a:gd name="p0y6" fmla="*/ 90 h 240"/>
                <a:gd name="p0x7" fmla="*/ 5479 w 5719"/>
                <a:gd name="p0y7" fmla="*/ 90 h 240"/>
                <a:gd name="p0x8" fmla="*/ 240 w 5719"/>
                <a:gd name="p0y8" fmla="*/ 90 h 240"/>
                <a:gd name="p0x9" fmla="*/ 107 w 5719"/>
                <a:gd name="p0y9" fmla="*/ 90 h 240"/>
                <a:gd name="p0x10" fmla="*/ 0 w 5719"/>
                <a:gd name="p0y10" fmla="*/ 157 h 240"/>
                <a:gd name="p0x11" fmla="*/ 0 w 5719"/>
                <a:gd name="p0y11" fmla="*/ 240 h 240"/>
                <a:gd name="p0x12" fmla="*/ 0 w 5719"/>
                <a:gd name="p0y12" fmla="*/ 107 h 240"/>
                <a:gd name="p0x13" fmla="*/ 107 w 5719"/>
                <a:gd name="p0y13" fmla="*/ 0 h 240"/>
                <a:gd name="p0x14" fmla="*/ 240 w 5719"/>
                <a:gd name="p0y14" fmla="*/ 0 h 24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7" name="任意多边形 6"/>
          <p:cNvSpPr/>
          <p:nvPr>
            <p:custDataLst>
              <p:tags r:id="rId5"/>
            </p:custDataLst>
          </p:nvPr>
        </p:nvSpPr>
        <p:spPr>
          <a:xfrm>
            <a:off x="685800" y="1447800"/>
            <a:ext cx="533400" cy="533400"/>
          </a:xfrm>
          <a:custGeom>
            <a:avLst/>
            <a:gdLst>
              <a:gd name="sw" fmla="*/ 1 w 840"/>
              <a:gd name="sh" fmla="*/ 1 h 840"/>
              <a:gd name="mins" fmla="min sw sh"/>
              <a:gd name="dsw" fmla="+- 0 sw mins"/>
              <a:gd name="dsh" fmla="+- 0 sh mins"/>
              <a:gd name="p0x0" fmla="*/ 180 w 840"/>
              <a:gd name="p0y0" fmla="*/ 0 h 840"/>
              <a:gd name="p0x1" fmla="*/ 660 w 840"/>
              <a:gd name="p0y1" fmla="*/ 0 h 840"/>
              <a:gd name="p0x2" fmla="*/ 759 w 840"/>
              <a:gd name="p0y2" fmla="*/ 0 h 840"/>
              <a:gd name="p0x3" fmla="*/ 840 w 840"/>
              <a:gd name="p0y3" fmla="*/ 80 h 840"/>
              <a:gd name="p0x4" fmla="*/ 840 w 840"/>
              <a:gd name="p0y4" fmla="*/ 180 h 840"/>
              <a:gd name="p0x5" fmla="*/ 840 w 840"/>
              <a:gd name="p0y5" fmla="*/ 660 h 840"/>
              <a:gd name="p0x6" fmla="*/ 840 w 840"/>
              <a:gd name="p0y6" fmla="*/ 759 h 840"/>
              <a:gd name="p0x7" fmla="*/ 759 w 840"/>
              <a:gd name="p0y7" fmla="*/ 840 h 840"/>
              <a:gd name="p0x8" fmla="*/ 660 w 840"/>
              <a:gd name="p0y8" fmla="*/ 840 h 840"/>
              <a:gd name="p0x9" fmla="*/ 180 w 840"/>
              <a:gd name="p0y9" fmla="*/ 840 h 840"/>
              <a:gd name="p0x10" fmla="*/ 80 w 840"/>
              <a:gd name="p0y10" fmla="*/ 840 h 840"/>
              <a:gd name="p0x11" fmla="*/ 0 w 840"/>
              <a:gd name="p0y11" fmla="*/ 759 h 840"/>
              <a:gd name="p0x12" fmla="*/ 0 w 840"/>
              <a:gd name="p0y12" fmla="*/ 660 h 840"/>
              <a:gd name="p0x13" fmla="*/ 0 w 840"/>
              <a:gd name="p0y13" fmla="*/ 180 h 840"/>
              <a:gd name="p0x14" fmla="*/ 0 w 840"/>
              <a:gd name="p0y14" fmla="*/ 80 h 840"/>
              <a:gd name="p0x15" fmla="*/ 80 w 840"/>
              <a:gd name="p0y15" fmla="*/ 0 h 840"/>
              <a:gd name="p0x16" fmla="*/ 180 w 840"/>
              <a:gd name="p0y16" fmla="*/ 0 h 8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369A1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t="-12500" b="-12500"/>
          <a:stretch>
            <a:fillRect/>
          </a:stretch>
        </p:blipFill>
        <p:spPr>
          <a:xfrm>
            <a:off x="823595" y="1595120"/>
            <a:ext cx="257175" cy="23812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685165" y="2283143"/>
            <a:ext cx="3174949" cy="3257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理论基础</a:t>
            </a:r>
            <a:endParaRPr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6" name="组合 55"/>
          <p:cNvGrpSpPr/>
          <p:nvPr/>
        </p:nvGrpSpPr>
        <p:grpSpPr>
          <a:xfrm>
            <a:off x="685800" y="2557780"/>
            <a:ext cx="3173730" cy="313690"/>
            <a:chOff x="1080" y="4028"/>
            <a:chExt cx="4998" cy="494"/>
          </a:xfrm>
        </p:grpSpPr>
        <p:sp>
          <p:nvSpPr>
            <p:cNvPr id="10" name="任意多边形 9"/>
            <p:cNvSpPr/>
            <p:nvPr>
              <p:custDataLst>
                <p:tags r:id="rId10"/>
              </p:custDataLst>
            </p:nvPr>
          </p:nvSpPr>
          <p:spPr>
            <a:xfrm>
              <a:off x="1080" y="4028"/>
              <a:ext cx="4999" cy="495"/>
            </a:xfrm>
            <a:custGeom>
              <a:avLst/>
              <a:gdLst>
                <a:gd name="sw" fmla="*/ 1 w 4999"/>
                <a:gd name="sh" fmla="*/ 1 h 494"/>
                <a:gd name="mins" fmla="min sw sh"/>
                <a:gd name="dsw" fmla="+- 0 sw mins"/>
                <a:gd name="dsh" fmla="+- 0 sh mins"/>
                <a:gd name="p0x0" fmla="*/ 0 w 4999"/>
                <a:gd name="p0y0" fmla="*/ 0 h 494"/>
                <a:gd name="p0x1" fmla="*/ 4999 w 4999"/>
                <a:gd name="p0y1" fmla="*/ 0 h 494"/>
                <a:gd name="p0x2" fmla="*/ 4999 w 4999"/>
                <a:gd name="p0y2" fmla="*/ 494 h 494"/>
                <a:gd name="p0x3" fmla="*/ 0 w 4999"/>
                <a:gd name="p0y3" fmla="*/ 494 h 494"/>
                <a:gd name="p0x4" fmla="*/ 0 w 4999"/>
                <a:gd name="p0y4" fmla="*/ 0 h 494"/>
              </a:gdLst>
              <a:ahLst/>
              <a:cxnLst/>
              <a:pathLst>
                <a:path w="4999" h="495">
                  <a:moveTo>
                    <a:pt x="0" y="0"/>
                  </a:moveTo>
                  <a:lnTo>
                    <a:pt x="4999" y="0"/>
                  </a:lnTo>
                  <a:lnTo>
                    <a:pt x="4999" y="495"/>
                  </a:lnTo>
                  <a:lnTo>
                    <a:pt x="0" y="495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  <p:sp>
          <p:nvSpPr>
            <p:cNvPr id="11" name="任意多边形 10"/>
            <p:cNvSpPr/>
            <p:nvPr>
              <p:custDataLst>
                <p:tags r:id="rId11"/>
              </p:custDataLst>
            </p:nvPr>
          </p:nvSpPr>
          <p:spPr>
            <a:xfrm>
              <a:off x="1080" y="4508"/>
              <a:ext cx="4999" cy="15"/>
            </a:xfrm>
            <a:custGeom>
              <a:avLst/>
              <a:gdLst>
                <a:gd name="sw" fmla="*/ 1 w 4999"/>
                <a:gd name="sh" fmla="*/ 1 h 15"/>
                <a:gd name="mins" fmla="min sw sh"/>
                <a:gd name="dsw" fmla="+- 0 sw mins"/>
                <a:gd name="dsh" fmla="+- 0 sh mins"/>
                <a:gd name="p0x0" fmla="*/ 4999 w 4999"/>
                <a:gd name="p0y0" fmla="*/ 15 h 15"/>
                <a:gd name="p0x1" fmla="*/ 0 w 4999"/>
                <a:gd name="p0y1" fmla="*/ 15 h 15"/>
                <a:gd name="p0x2" fmla="*/ 0 w 4999"/>
                <a:gd name="p0y2" fmla="*/ 0 h 15"/>
                <a:gd name="p0x3" fmla="*/ 4999 w 4999"/>
                <a:gd name="p0y3" fmla="*/ 0 h 15"/>
                <a:gd name="p0x4" fmla="*/ 4999 w 4999"/>
                <a:gd name="p0y4" fmla="*/ 15 h 15"/>
              </a:gdLst>
              <a:ahLst/>
              <a:cxnLst/>
              <a:pathLst>
                <a:path w="4999" h="15">
                  <a:moveTo>
                    <a:pt x="4999" y="15"/>
                  </a:moveTo>
                  <a:lnTo>
                    <a:pt x="0" y="15"/>
                  </a:lnTo>
                  <a:lnTo>
                    <a:pt x="0" y="0"/>
                  </a:lnTo>
                  <a:lnTo>
                    <a:pt x="4999" y="0"/>
                  </a:lnTo>
                  <a:lnTo>
                    <a:pt x="4999" y="15"/>
                  </a:ln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</p:grp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685800" y="2969838"/>
            <a:ext cx="3175102" cy="109722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just">
              <a:lnSpc>
                <a:spcPct val="133000"/>
              </a:lnSpc>
            </a:pPr>
            <a:r>
              <a:rPr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针对</a:t>
            </a:r>
            <a:r>
              <a:rPr sz="1600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现有文献缺乏推导细节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的现状，系统推导</a:t>
            </a:r>
            <a:r>
              <a:rPr sz="16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朗道能级量子化公式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16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Lifshitz-Kosevich (LK) </a:t>
            </a:r>
            <a:r>
              <a:rPr lang="zh-CN" altLang="en-US" sz="16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振荡公式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600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任意多边形 15"/>
          <p:cNvSpPr/>
          <p:nvPr>
            <p:custDataLst>
              <p:tags r:id="rId13"/>
            </p:custDataLst>
          </p:nvPr>
        </p:nvSpPr>
        <p:spPr>
          <a:xfrm>
            <a:off x="690245" y="5657850"/>
            <a:ext cx="3165475" cy="509270"/>
          </a:xfrm>
          <a:custGeom>
            <a:avLst/>
            <a:gdLst>
              <a:gd name="sw" fmla="*/ 1 w 4984"/>
              <a:gd name="sh" fmla="*/ 1 h 802"/>
              <a:gd name="mins" fmla="min sw sh"/>
              <a:gd name="dsw" fmla="+- 0 sw mins"/>
              <a:gd name="dsh" fmla="+- 0 sh mins"/>
              <a:gd name="p0x0" fmla="*/ 120 w 4984"/>
              <a:gd name="p0y0" fmla="*/ 0 h 802"/>
              <a:gd name="p0x1" fmla="*/ 4864 w 4984"/>
              <a:gd name="p0y1" fmla="*/ 0 h 802"/>
              <a:gd name="p0x2" fmla="*/ 4931 w 4984"/>
              <a:gd name="p0y2" fmla="*/ 0 h 802"/>
              <a:gd name="p0x3" fmla="*/ 4984 w 4984"/>
              <a:gd name="p0y3" fmla="*/ 53 h 802"/>
              <a:gd name="p0x4" fmla="*/ 4984 w 4984"/>
              <a:gd name="p0y4" fmla="*/ 120 h 802"/>
              <a:gd name="p0x5" fmla="*/ 4984 w 4984"/>
              <a:gd name="p0y5" fmla="*/ 682 h 802"/>
              <a:gd name="p0x6" fmla="*/ 4984 w 4984"/>
              <a:gd name="p0y6" fmla="*/ 748 h 802"/>
              <a:gd name="p0x7" fmla="*/ 4931 w 4984"/>
              <a:gd name="p0y7" fmla="*/ 802 h 802"/>
              <a:gd name="p0x8" fmla="*/ 4864 w 4984"/>
              <a:gd name="p0y8" fmla="*/ 802 h 802"/>
              <a:gd name="p0x9" fmla="*/ 120 w 4984"/>
              <a:gd name="p0y9" fmla="*/ 802 h 802"/>
              <a:gd name="p0x10" fmla="*/ 53 w 4984"/>
              <a:gd name="p0y10" fmla="*/ 802 h 802"/>
              <a:gd name="p0x11" fmla="*/ 0 w 4984"/>
              <a:gd name="p0y11" fmla="*/ 748 h 802"/>
              <a:gd name="p0x12" fmla="*/ 0 w 4984"/>
              <a:gd name="p0y12" fmla="*/ 682 h 802"/>
              <a:gd name="p0x13" fmla="*/ 0 w 4984"/>
              <a:gd name="p0y13" fmla="*/ 120 h 802"/>
              <a:gd name="p0x14" fmla="*/ 0 w 4984"/>
              <a:gd name="p0y14" fmla="*/ 53 h 802"/>
              <a:gd name="p0x15" fmla="*/ 53 w 4984"/>
              <a:gd name="p0y15" fmla="*/ 0 h 802"/>
              <a:gd name="p0x16" fmla="*/ 120 w 4984"/>
              <a:gd name="p0y16" fmla="*/ 0 h 80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8FAFC"/>
          </a:solidFill>
          <a:ln w="9525" cmpd="sng">
            <a:solidFill>
              <a:srgbClr val="E2E8F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任意多边形 17"/>
          <p:cNvSpPr/>
          <p:nvPr>
            <p:custDataLst>
              <p:tags r:id="rId14"/>
            </p:custDataLst>
          </p:nvPr>
        </p:nvSpPr>
        <p:spPr>
          <a:xfrm>
            <a:off x="809625" y="5991225"/>
            <a:ext cx="2926715" cy="57150"/>
          </a:xfrm>
          <a:custGeom>
            <a:avLst/>
            <a:gdLst>
              <a:gd name="sw" fmla="*/ 1 w 4609"/>
              <a:gd name="sh" fmla="*/ 1 h 90"/>
              <a:gd name="mins" fmla="min sw sh"/>
              <a:gd name="dsw" fmla="+- 0 sw mins"/>
              <a:gd name="dsh" fmla="+- 0 sh mins"/>
              <a:gd name="p0x0" fmla="*/ 45 w 4609"/>
              <a:gd name="p0y0" fmla="*/ 0 h 90"/>
              <a:gd name="p0x1" fmla="*/ 4564 w 4609"/>
              <a:gd name="p0y1" fmla="*/ 0 h 90"/>
              <a:gd name="p0x2" fmla="*/ 4589 w 4609"/>
              <a:gd name="p0y2" fmla="*/ 0 h 90"/>
              <a:gd name="p0x3" fmla="*/ 4609 w 4609"/>
              <a:gd name="p0y3" fmla="*/ 20 h 90"/>
              <a:gd name="p0x4" fmla="*/ 4609 w 4609"/>
              <a:gd name="p0y4" fmla="*/ 45 h 90"/>
              <a:gd name="p0x5" fmla="*/ 4609 w 4609"/>
              <a:gd name="p0y5" fmla="*/ 69 h 90"/>
              <a:gd name="p0x6" fmla="*/ 4589 w 4609"/>
              <a:gd name="p0y6" fmla="*/ 90 h 90"/>
              <a:gd name="p0x7" fmla="*/ 4564 w 4609"/>
              <a:gd name="p0y7" fmla="*/ 90 h 90"/>
              <a:gd name="p0x8" fmla="*/ 45 w 4609"/>
              <a:gd name="p0y8" fmla="*/ 90 h 90"/>
              <a:gd name="p0x9" fmla="*/ 20 w 4609"/>
              <a:gd name="p0y9" fmla="*/ 90 h 90"/>
              <a:gd name="p0x10" fmla="*/ 0 w 4609"/>
              <a:gd name="p0y10" fmla="*/ 69 h 90"/>
              <a:gd name="p0x11" fmla="*/ 0 w 4609"/>
              <a:gd name="p0y11" fmla="*/ 45 h 90"/>
              <a:gd name="p0x12" fmla="*/ 0 w 4609"/>
              <a:gd name="p0y12" fmla="*/ 20 h 90"/>
              <a:gd name="p0x13" fmla="*/ 20 w 4609"/>
              <a:gd name="p0y13" fmla="*/ 0 h 90"/>
              <a:gd name="p0x14" fmla="*/ 45 w 4609"/>
              <a:gd name="p0y14" fmla="*/ 0 h 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E2E8F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任意多边形 18"/>
          <p:cNvSpPr/>
          <p:nvPr>
            <p:custDataLst>
              <p:tags r:id="rId15"/>
            </p:custDataLst>
          </p:nvPr>
        </p:nvSpPr>
        <p:spPr>
          <a:xfrm>
            <a:off x="809625" y="5991231"/>
            <a:ext cx="2926715" cy="57139"/>
          </a:xfrm>
          <a:custGeom>
            <a:avLst/>
            <a:gdLst>
              <a:gd name="sw" fmla="*/ 1 w 4609"/>
              <a:gd name="sh" fmla="*/ 1 h 90"/>
              <a:gd name="mins" fmla="min sw sh"/>
              <a:gd name="dsw" fmla="+- 0 sw mins"/>
              <a:gd name="dsh" fmla="+- 0 sh mins"/>
              <a:gd name="p0x0" fmla="*/ 45 w 4609"/>
              <a:gd name="p0y0" fmla="*/ 0 h 90"/>
              <a:gd name="p0x1" fmla="*/ 4564 w 4609"/>
              <a:gd name="p0y1" fmla="*/ 0 h 90"/>
              <a:gd name="p0x2" fmla="*/ 4589 w 4609"/>
              <a:gd name="p0y2" fmla="*/ 0 h 90"/>
              <a:gd name="p0x3" fmla="*/ 4609 w 4609"/>
              <a:gd name="p0y3" fmla="*/ 20 h 90"/>
              <a:gd name="p0x4" fmla="*/ 4609 w 4609"/>
              <a:gd name="p0y4" fmla="*/ 45 h 90"/>
              <a:gd name="p0x5" fmla="*/ 4609 w 4609"/>
              <a:gd name="p0y5" fmla="*/ 69 h 90"/>
              <a:gd name="p0x6" fmla="*/ 4589 w 4609"/>
              <a:gd name="p0y6" fmla="*/ 90 h 90"/>
              <a:gd name="p0x7" fmla="*/ 4564 w 4609"/>
              <a:gd name="p0y7" fmla="*/ 90 h 90"/>
              <a:gd name="p0x8" fmla="*/ 45 w 4609"/>
              <a:gd name="p0y8" fmla="*/ 90 h 90"/>
              <a:gd name="p0x9" fmla="*/ 20 w 4609"/>
              <a:gd name="p0y9" fmla="*/ 90 h 90"/>
              <a:gd name="p0x10" fmla="*/ 0 w 4609"/>
              <a:gd name="p0y10" fmla="*/ 69 h 90"/>
              <a:gd name="p0x11" fmla="*/ 0 w 4609"/>
              <a:gd name="p0y11" fmla="*/ 45 h 90"/>
              <a:gd name="p0x12" fmla="*/ 0 w 4609"/>
              <a:gd name="p0y12" fmla="*/ 20 h 90"/>
              <a:gd name="p0x13" fmla="*/ 20 w 4609"/>
              <a:gd name="p0y13" fmla="*/ 0 h 90"/>
              <a:gd name="p0x14" fmla="*/ 45 w 4609"/>
              <a:gd name="p0y14" fmla="*/ 0 h 90"/>
            </a:gdLst>
            <a:ahLst/>
            <a:cxnLst/>
            <a:pathLst>
              <a:path w="4609" h="90">
                <a:moveTo>
                  <a:pt x="45" y="0"/>
                </a:moveTo>
                <a:lnTo>
                  <a:pt x="4564" y="0"/>
                </a:lnTo>
                <a:cubicBezTo>
                  <a:pt x="4589" y="-1"/>
                  <a:pt x="4610" y="23"/>
                  <a:pt x="4609" y="45"/>
                </a:cubicBezTo>
                <a:cubicBezTo>
                  <a:pt x="4610" y="70"/>
                  <a:pt x="4586" y="91"/>
                  <a:pt x="4564" y="90"/>
                </a:cubicBezTo>
                <a:lnTo>
                  <a:pt x="45" y="90"/>
                </a:lnTo>
                <a:cubicBezTo>
                  <a:pt x="20" y="91"/>
                  <a:pt x="-1" y="67"/>
                  <a:pt x="0" y="45"/>
                </a:cubicBezTo>
                <a:cubicBezTo>
                  <a:pt x="-1" y="20"/>
                  <a:pt x="23" y="-1"/>
                  <a:pt x="45" y="0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grpSp>
        <p:nvGrpSpPr>
          <p:cNvPr id="57" name="组合 56"/>
          <p:cNvGrpSpPr/>
          <p:nvPr/>
        </p:nvGrpSpPr>
        <p:grpSpPr>
          <a:xfrm>
            <a:off x="4279265" y="1162050"/>
            <a:ext cx="3632200" cy="5238750"/>
            <a:chOff x="6739" y="1830"/>
            <a:chExt cx="5720" cy="8250"/>
          </a:xfrm>
          <a:effectLst>
            <a:outerShdw blurRad="85725" dist="38100" dir="5399999" algn="ctr" rotWithShape="0">
              <a:srgbClr val="000000">
                <a:alpha val="5098"/>
              </a:srgbClr>
            </a:outerShdw>
          </a:effectLst>
        </p:grpSpPr>
        <p:sp>
          <p:nvSpPr>
            <p:cNvPr id="21" name="任意多边形 20"/>
            <p:cNvSpPr/>
            <p:nvPr>
              <p:custDataLst>
                <p:tags r:id="rId16"/>
              </p:custDataLst>
            </p:nvPr>
          </p:nvSpPr>
          <p:spPr>
            <a:xfrm>
              <a:off x="6739" y="1830"/>
              <a:ext cx="5720" cy="8250"/>
            </a:xfrm>
            <a:custGeom>
              <a:avLst/>
              <a:gdLst>
                <a:gd name="sw" fmla="*/ 1 w 5720"/>
                <a:gd name="sh" fmla="*/ 1 h 8250"/>
                <a:gd name="mins" fmla="min sw sh"/>
                <a:gd name="dsw" fmla="+- 0 sw mins"/>
                <a:gd name="dsh" fmla="+- 0 sh mins"/>
                <a:gd name="p0x0" fmla="*/ 240 w 5720"/>
                <a:gd name="p0y0" fmla="*/ 0 h 8250"/>
                <a:gd name="p0x1" fmla="*/ 5480 w 5720"/>
                <a:gd name="p0y1" fmla="*/ 0 h 8250"/>
                <a:gd name="p0x2" fmla="*/ 5612 w 5720"/>
                <a:gd name="p0y2" fmla="*/ 0 h 8250"/>
                <a:gd name="p0x3" fmla="*/ 5720 w 5720"/>
                <a:gd name="p0y3" fmla="*/ 107 h 8250"/>
                <a:gd name="p0x4" fmla="*/ 5720 w 5720"/>
                <a:gd name="p0y4" fmla="*/ 240 h 8250"/>
                <a:gd name="p0x5" fmla="*/ 5720 w 5720"/>
                <a:gd name="p0y5" fmla="*/ 8010 h 8250"/>
                <a:gd name="p0x6" fmla="*/ 5720 w 5720"/>
                <a:gd name="p0y6" fmla="*/ 8142 h 8250"/>
                <a:gd name="p0x7" fmla="*/ 5612 w 5720"/>
                <a:gd name="p0y7" fmla="*/ 8250 h 8250"/>
                <a:gd name="p0x8" fmla="*/ 5480 w 5720"/>
                <a:gd name="p0y8" fmla="*/ 8250 h 8250"/>
                <a:gd name="p0x9" fmla="*/ 240 w 5720"/>
                <a:gd name="p0y9" fmla="*/ 8250 h 8250"/>
                <a:gd name="p0x10" fmla="*/ 107 w 5720"/>
                <a:gd name="p0y10" fmla="*/ 8250 h 8250"/>
                <a:gd name="p0x11" fmla="*/ 0 w 5720"/>
                <a:gd name="p0y11" fmla="*/ 8142 h 8250"/>
                <a:gd name="p0x12" fmla="*/ 0 w 5720"/>
                <a:gd name="p0y12" fmla="*/ 8010 h 8250"/>
                <a:gd name="p0x13" fmla="*/ 0 w 5720"/>
                <a:gd name="p0y13" fmla="*/ 240 h 8250"/>
                <a:gd name="p0x14" fmla="*/ 0 w 5720"/>
                <a:gd name="p0y14" fmla="*/ 107 h 8250"/>
                <a:gd name="p0x15" fmla="*/ 107 w 5720"/>
                <a:gd name="p0y15" fmla="*/ 0 h 8250"/>
                <a:gd name="p0x16" fmla="*/ 240 w 5720"/>
                <a:gd name="p0y16" fmla="*/ 0 h 825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" name="任意多边形 21"/>
            <p:cNvSpPr/>
            <p:nvPr>
              <p:custDataLst>
                <p:tags r:id="rId17"/>
              </p:custDataLst>
            </p:nvPr>
          </p:nvSpPr>
          <p:spPr>
            <a:xfrm>
              <a:off x="6739" y="1830"/>
              <a:ext cx="5720" cy="240"/>
            </a:xfrm>
            <a:custGeom>
              <a:avLst/>
              <a:gdLst>
                <a:gd name="sw" fmla="*/ 1 w 5720"/>
                <a:gd name="sh" fmla="*/ 1 h 240"/>
                <a:gd name="mins" fmla="min sw sh"/>
                <a:gd name="dsw" fmla="+- 0 sw mins"/>
                <a:gd name="dsh" fmla="+- 0 sh mins"/>
                <a:gd name="p0x0" fmla="*/ 240 w 5720"/>
                <a:gd name="p0y0" fmla="*/ 0 h 240"/>
                <a:gd name="p0x1" fmla="*/ 5480 w 5720"/>
                <a:gd name="p0y1" fmla="*/ 0 h 240"/>
                <a:gd name="p0x2" fmla="*/ 5612 w 5720"/>
                <a:gd name="p0y2" fmla="*/ 0 h 240"/>
                <a:gd name="p0x3" fmla="*/ 5720 w 5720"/>
                <a:gd name="p0y3" fmla="*/ 107 h 240"/>
                <a:gd name="p0x4" fmla="*/ 5720 w 5720"/>
                <a:gd name="p0y4" fmla="*/ 240 h 240"/>
                <a:gd name="p0x5" fmla="*/ 5720 w 5720"/>
                <a:gd name="p0y5" fmla="*/ 157 h 240"/>
                <a:gd name="p0x6" fmla="*/ 5612 w 5720"/>
                <a:gd name="p0y6" fmla="*/ 90 h 240"/>
                <a:gd name="p0x7" fmla="*/ 5480 w 5720"/>
                <a:gd name="p0y7" fmla="*/ 90 h 240"/>
                <a:gd name="p0x8" fmla="*/ 240 w 5720"/>
                <a:gd name="p0y8" fmla="*/ 90 h 240"/>
                <a:gd name="p0x9" fmla="*/ 107 w 5720"/>
                <a:gd name="p0y9" fmla="*/ 90 h 240"/>
                <a:gd name="p0x10" fmla="*/ 0 w 5720"/>
                <a:gd name="p0y10" fmla="*/ 157 h 240"/>
                <a:gd name="p0x11" fmla="*/ 0 w 5720"/>
                <a:gd name="p0y11" fmla="*/ 240 h 240"/>
                <a:gd name="p0x12" fmla="*/ 0 w 5720"/>
                <a:gd name="p0y12" fmla="*/ 107 h 240"/>
                <a:gd name="p0x13" fmla="*/ 107 w 5720"/>
                <a:gd name="p0y13" fmla="*/ 0 h 240"/>
                <a:gd name="p0x14" fmla="*/ 240 w 5720"/>
                <a:gd name="p0y14" fmla="*/ 0 h 24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33415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4" name="任意多边形 23"/>
          <p:cNvSpPr/>
          <p:nvPr>
            <p:custDataLst>
              <p:tags r:id="rId18"/>
            </p:custDataLst>
          </p:nvPr>
        </p:nvSpPr>
        <p:spPr>
          <a:xfrm>
            <a:off x="4507865" y="1447800"/>
            <a:ext cx="533400" cy="533400"/>
          </a:xfrm>
          <a:custGeom>
            <a:avLst/>
            <a:gdLst>
              <a:gd name="sw" fmla="*/ 1 w 840"/>
              <a:gd name="sh" fmla="*/ 1 h 840"/>
              <a:gd name="mins" fmla="min sw sh"/>
              <a:gd name="dsw" fmla="+- 0 sw mins"/>
              <a:gd name="dsh" fmla="+- 0 sh mins"/>
              <a:gd name="p0x0" fmla="*/ 180 w 840"/>
              <a:gd name="p0y0" fmla="*/ 0 h 840"/>
              <a:gd name="p0x1" fmla="*/ 660 w 840"/>
              <a:gd name="p0y1" fmla="*/ 0 h 840"/>
              <a:gd name="p0x2" fmla="*/ 759 w 840"/>
              <a:gd name="p0y2" fmla="*/ 0 h 840"/>
              <a:gd name="p0x3" fmla="*/ 840 w 840"/>
              <a:gd name="p0y3" fmla="*/ 80 h 840"/>
              <a:gd name="p0x4" fmla="*/ 840 w 840"/>
              <a:gd name="p0y4" fmla="*/ 180 h 840"/>
              <a:gd name="p0x5" fmla="*/ 840 w 840"/>
              <a:gd name="p0y5" fmla="*/ 660 h 840"/>
              <a:gd name="p0x6" fmla="*/ 840 w 840"/>
              <a:gd name="p0y6" fmla="*/ 759 h 840"/>
              <a:gd name="p0x7" fmla="*/ 759 w 840"/>
              <a:gd name="p0y7" fmla="*/ 840 h 840"/>
              <a:gd name="p0x8" fmla="*/ 660 w 840"/>
              <a:gd name="p0y8" fmla="*/ 840 h 840"/>
              <a:gd name="p0x9" fmla="*/ 180 w 840"/>
              <a:gd name="p0y9" fmla="*/ 840 h 840"/>
              <a:gd name="p0x10" fmla="*/ 80 w 840"/>
              <a:gd name="p0y10" fmla="*/ 840 h 840"/>
              <a:gd name="p0x11" fmla="*/ 0 w 840"/>
              <a:gd name="p0y11" fmla="*/ 759 h 840"/>
              <a:gd name="p0x12" fmla="*/ 0 w 840"/>
              <a:gd name="p0y12" fmla="*/ 660 h 840"/>
              <a:gd name="p0x13" fmla="*/ 0 w 840"/>
              <a:gd name="p0y13" fmla="*/ 180 h 840"/>
              <a:gd name="p0x14" fmla="*/ 0 w 840"/>
              <a:gd name="p0y14" fmla="*/ 80 h 840"/>
              <a:gd name="p0x15" fmla="*/ 80 w 840"/>
              <a:gd name="p0y15" fmla="*/ 0 h 840"/>
              <a:gd name="p0x16" fmla="*/ 180 w 840"/>
              <a:gd name="p0y16" fmla="*/ 0 h 8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334155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5" name="图片 24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 t="-9524" b="-9524"/>
          <a:stretch>
            <a:fillRect/>
          </a:stretch>
        </p:blipFill>
        <p:spPr>
          <a:xfrm>
            <a:off x="4631690" y="1595120"/>
            <a:ext cx="285750" cy="238125"/>
          </a:xfrm>
          <a:prstGeom prst="rect">
            <a:avLst/>
          </a:prstGeom>
        </p:spPr>
      </p:pic>
      <p:sp>
        <p:nvSpPr>
          <p:cNvPr id="26" name="文本框 25"/>
          <p:cNvSpPr txBox="1"/>
          <p:nvPr>
            <p:custDataLst>
              <p:tags r:id="rId22"/>
            </p:custDataLst>
          </p:nvPr>
        </p:nvSpPr>
        <p:spPr>
          <a:xfrm>
            <a:off x="4508449" y="2238058"/>
            <a:ext cx="3175025" cy="3257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数据处理技术</a:t>
            </a:r>
            <a:endParaRPr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8" name="组合 57"/>
          <p:cNvGrpSpPr/>
          <p:nvPr/>
        </p:nvGrpSpPr>
        <p:grpSpPr>
          <a:xfrm>
            <a:off x="4507865" y="2557780"/>
            <a:ext cx="3175000" cy="313690"/>
            <a:chOff x="7099" y="4028"/>
            <a:chExt cx="5000" cy="494"/>
          </a:xfrm>
        </p:grpSpPr>
        <p:sp>
          <p:nvSpPr>
            <p:cNvPr id="27" name="任意多边形 26"/>
            <p:cNvSpPr/>
            <p:nvPr>
              <p:custDataLst>
                <p:tags r:id="rId23"/>
              </p:custDataLst>
            </p:nvPr>
          </p:nvSpPr>
          <p:spPr>
            <a:xfrm>
              <a:off x="7099" y="4028"/>
              <a:ext cx="5000" cy="495"/>
            </a:xfrm>
            <a:custGeom>
              <a:avLst/>
              <a:gdLst>
                <a:gd name="sw" fmla="*/ 1 w 5000"/>
                <a:gd name="sh" fmla="*/ 1 h 494"/>
                <a:gd name="mins" fmla="min sw sh"/>
                <a:gd name="dsw" fmla="+- 0 sw mins"/>
                <a:gd name="dsh" fmla="+- 0 sh mins"/>
                <a:gd name="p0x0" fmla="*/ 0 w 5000"/>
                <a:gd name="p0y0" fmla="*/ 0 h 494"/>
                <a:gd name="p0x1" fmla="*/ 5000 w 5000"/>
                <a:gd name="p0y1" fmla="*/ 0 h 494"/>
                <a:gd name="p0x2" fmla="*/ 5000 w 5000"/>
                <a:gd name="p0y2" fmla="*/ 494 h 494"/>
                <a:gd name="p0x3" fmla="*/ 0 w 5000"/>
                <a:gd name="p0y3" fmla="*/ 494 h 494"/>
                <a:gd name="p0x4" fmla="*/ 0 w 5000"/>
                <a:gd name="p0y4" fmla="*/ 0 h 494"/>
              </a:gdLst>
              <a:ahLst/>
              <a:cxnLst/>
              <a:pathLst>
                <a:path w="5000" h="495">
                  <a:moveTo>
                    <a:pt x="0" y="0"/>
                  </a:moveTo>
                  <a:lnTo>
                    <a:pt x="5000" y="0"/>
                  </a:lnTo>
                  <a:lnTo>
                    <a:pt x="5000" y="495"/>
                  </a:lnTo>
                  <a:lnTo>
                    <a:pt x="0" y="495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  <p:sp>
          <p:nvSpPr>
            <p:cNvPr id="28" name="任意多边形 27"/>
            <p:cNvSpPr/>
            <p:nvPr>
              <p:custDataLst>
                <p:tags r:id="rId24"/>
              </p:custDataLst>
            </p:nvPr>
          </p:nvSpPr>
          <p:spPr>
            <a:xfrm>
              <a:off x="7099" y="4508"/>
              <a:ext cx="5000" cy="15"/>
            </a:xfrm>
            <a:custGeom>
              <a:avLst/>
              <a:gdLst>
                <a:gd name="sw" fmla="*/ 1 w 5000"/>
                <a:gd name="sh" fmla="*/ 1 h 15"/>
                <a:gd name="mins" fmla="min sw sh"/>
                <a:gd name="dsw" fmla="+- 0 sw mins"/>
                <a:gd name="dsh" fmla="+- 0 sh mins"/>
                <a:gd name="p0x0" fmla="*/ 5000 w 5000"/>
                <a:gd name="p0y0" fmla="*/ 15 h 15"/>
                <a:gd name="p0x1" fmla="*/ 0 w 5000"/>
                <a:gd name="p0y1" fmla="*/ 15 h 15"/>
                <a:gd name="p0x2" fmla="*/ 0 w 5000"/>
                <a:gd name="p0y2" fmla="*/ 0 h 15"/>
                <a:gd name="p0x3" fmla="*/ 5000 w 5000"/>
                <a:gd name="p0y3" fmla="*/ 0 h 15"/>
                <a:gd name="p0x4" fmla="*/ 5000 w 5000"/>
                <a:gd name="p0y4" fmla="*/ 15 h 15"/>
              </a:gdLst>
              <a:ahLst/>
              <a:cxnLst/>
              <a:pathLst>
                <a:path w="5000" h="15">
                  <a:moveTo>
                    <a:pt x="5000" y="15"/>
                  </a:moveTo>
                  <a:lnTo>
                    <a:pt x="0" y="15"/>
                  </a:lnTo>
                  <a:lnTo>
                    <a:pt x="0" y="0"/>
                  </a:lnTo>
                  <a:lnTo>
                    <a:pt x="5000" y="0"/>
                  </a:lnTo>
                  <a:lnTo>
                    <a:pt x="5000" y="15"/>
                  </a:ln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</p:grpSp>
      <p:sp>
        <p:nvSpPr>
          <p:cNvPr id="31" name="文本框 30"/>
          <p:cNvSpPr txBox="1"/>
          <p:nvPr>
            <p:custDataLst>
              <p:tags r:id="rId25"/>
            </p:custDataLst>
          </p:nvPr>
        </p:nvSpPr>
        <p:spPr>
          <a:xfrm>
            <a:off x="4508500" y="2969895"/>
            <a:ext cx="3175000" cy="16560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just">
              <a:lnSpc>
                <a:spcPct val="133000"/>
              </a:lnSpc>
            </a:pPr>
            <a:r>
              <a:rPr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掌握</a:t>
            </a:r>
            <a:r>
              <a:rPr lang="zh-CN" sz="16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快速傅里叶变换</a:t>
            </a:r>
            <a:r>
              <a:rPr lang="en-US" altLang="zh-CN" sz="16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(FFT)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频谱分析、以及振荡信号的拟合技术。</a:t>
            </a:r>
            <a:endParaRPr sz="1600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任意多边形 32"/>
          <p:cNvSpPr/>
          <p:nvPr>
            <p:custDataLst>
              <p:tags r:id="rId26"/>
            </p:custDataLst>
          </p:nvPr>
        </p:nvSpPr>
        <p:spPr>
          <a:xfrm>
            <a:off x="4512945" y="5657850"/>
            <a:ext cx="3165475" cy="509270"/>
          </a:xfrm>
          <a:custGeom>
            <a:avLst/>
            <a:gdLst>
              <a:gd name="sw" fmla="*/ 1 w 4985"/>
              <a:gd name="sh" fmla="*/ 1 h 802"/>
              <a:gd name="mins" fmla="min sw sh"/>
              <a:gd name="dsw" fmla="+- 0 sw mins"/>
              <a:gd name="dsh" fmla="+- 0 sh mins"/>
              <a:gd name="p0x0" fmla="*/ 120 w 4985"/>
              <a:gd name="p0y0" fmla="*/ 0 h 802"/>
              <a:gd name="p0x1" fmla="*/ 4865 w 4985"/>
              <a:gd name="p0y1" fmla="*/ 0 h 802"/>
              <a:gd name="p0x2" fmla="*/ 4931 w 4985"/>
              <a:gd name="p0y2" fmla="*/ 0 h 802"/>
              <a:gd name="p0x3" fmla="*/ 4985 w 4985"/>
              <a:gd name="p0y3" fmla="*/ 53 h 802"/>
              <a:gd name="p0x4" fmla="*/ 4985 w 4985"/>
              <a:gd name="p0y4" fmla="*/ 120 h 802"/>
              <a:gd name="p0x5" fmla="*/ 4985 w 4985"/>
              <a:gd name="p0y5" fmla="*/ 682 h 802"/>
              <a:gd name="p0x6" fmla="*/ 4985 w 4985"/>
              <a:gd name="p0y6" fmla="*/ 748 h 802"/>
              <a:gd name="p0x7" fmla="*/ 4931 w 4985"/>
              <a:gd name="p0y7" fmla="*/ 802 h 802"/>
              <a:gd name="p0x8" fmla="*/ 4865 w 4985"/>
              <a:gd name="p0y8" fmla="*/ 802 h 802"/>
              <a:gd name="p0x9" fmla="*/ 120 w 4985"/>
              <a:gd name="p0y9" fmla="*/ 802 h 802"/>
              <a:gd name="p0x10" fmla="*/ 53 w 4985"/>
              <a:gd name="p0y10" fmla="*/ 802 h 802"/>
              <a:gd name="p0x11" fmla="*/ 0 w 4985"/>
              <a:gd name="p0y11" fmla="*/ 748 h 802"/>
              <a:gd name="p0x12" fmla="*/ 0 w 4985"/>
              <a:gd name="p0y12" fmla="*/ 682 h 802"/>
              <a:gd name="p0x13" fmla="*/ 0 w 4985"/>
              <a:gd name="p0y13" fmla="*/ 120 h 802"/>
              <a:gd name="p0x14" fmla="*/ 0 w 4985"/>
              <a:gd name="p0y14" fmla="*/ 53 h 802"/>
              <a:gd name="p0x15" fmla="*/ 53 w 4985"/>
              <a:gd name="p0y15" fmla="*/ 0 h 802"/>
              <a:gd name="p0x16" fmla="*/ 120 w 4985"/>
              <a:gd name="p0y16" fmla="*/ 0 h 80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8FAFC"/>
          </a:solidFill>
          <a:ln w="9525" cmpd="sng">
            <a:solidFill>
              <a:srgbClr val="E2E8F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任意多边形 34"/>
          <p:cNvSpPr/>
          <p:nvPr>
            <p:custDataLst>
              <p:tags r:id="rId27"/>
            </p:custDataLst>
          </p:nvPr>
        </p:nvSpPr>
        <p:spPr>
          <a:xfrm>
            <a:off x="4631690" y="5991225"/>
            <a:ext cx="2927350" cy="57150"/>
          </a:xfrm>
          <a:custGeom>
            <a:avLst/>
            <a:gdLst>
              <a:gd name="sw" fmla="*/ 1 w 4610"/>
              <a:gd name="sh" fmla="*/ 1 h 90"/>
              <a:gd name="mins" fmla="min sw sh"/>
              <a:gd name="dsw" fmla="+- 0 sw mins"/>
              <a:gd name="dsh" fmla="+- 0 sh mins"/>
              <a:gd name="p0x0" fmla="*/ 45 w 4610"/>
              <a:gd name="p0y0" fmla="*/ 0 h 90"/>
              <a:gd name="p0x1" fmla="*/ 4565 w 4610"/>
              <a:gd name="p0y1" fmla="*/ 0 h 90"/>
              <a:gd name="p0x2" fmla="*/ 4589 w 4610"/>
              <a:gd name="p0y2" fmla="*/ 0 h 90"/>
              <a:gd name="p0x3" fmla="*/ 4610 w 4610"/>
              <a:gd name="p0y3" fmla="*/ 20 h 90"/>
              <a:gd name="p0x4" fmla="*/ 4610 w 4610"/>
              <a:gd name="p0y4" fmla="*/ 45 h 90"/>
              <a:gd name="p0x5" fmla="*/ 4610 w 4610"/>
              <a:gd name="p0y5" fmla="*/ 69 h 90"/>
              <a:gd name="p0x6" fmla="*/ 4589 w 4610"/>
              <a:gd name="p0y6" fmla="*/ 90 h 90"/>
              <a:gd name="p0x7" fmla="*/ 4565 w 4610"/>
              <a:gd name="p0y7" fmla="*/ 90 h 90"/>
              <a:gd name="p0x8" fmla="*/ 45 w 4610"/>
              <a:gd name="p0y8" fmla="*/ 90 h 90"/>
              <a:gd name="p0x9" fmla="*/ 20 w 4610"/>
              <a:gd name="p0y9" fmla="*/ 90 h 90"/>
              <a:gd name="p0x10" fmla="*/ 0 w 4610"/>
              <a:gd name="p0y10" fmla="*/ 69 h 90"/>
              <a:gd name="p0x11" fmla="*/ 0 w 4610"/>
              <a:gd name="p0y11" fmla="*/ 45 h 90"/>
              <a:gd name="p0x12" fmla="*/ 0 w 4610"/>
              <a:gd name="p0y12" fmla="*/ 20 h 90"/>
              <a:gd name="p0x13" fmla="*/ 20 w 4610"/>
              <a:gd name="p0y13" fmla="*/ 0 h 90"/>
              <a:gd name="p0x14" fmla="*/ 45 w 4610"/>
              <a:gd name="p0y14" fmla="*/ 0 h 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E2E8F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任意多边形 35"/>
          <p:cNvSpPr/>
          <p:nvPr>
            <p:custDataLst>
              <p:tags r:id="rId28"/>
            </p:custDataLst>
          </p:nvPr>
        </p:nvSpPr>
        <p:spPr>
          <a:xfrm>
            <a:off x="4631690" y="5991225"/>
            <a:ext cx="2781300" cy="57150"/>
          </a:xfrm>
          <a:custGeom>
            <a:avLst/>
            <a:gdLst>
              <a:gd name="sw" fmla="*/ 1 w 4379"/>
              <a:gd name="sh" fmla="*/ 1 h 90"/>
              <a:gd name="mins" fmla="min sw sh"/>
              <a:gd name="dsw" fmla="+- 0 sw mins"/>
              <a:gd name="dsh" fmla="+- 0 sh mins"/>
              <a:gd name="p0x0" fmla="*/ 45 w 4379"/>
              <a:gd name="p0y0" fmla="*/ 0 h 90"/>
              <a:gd name="p0x1" fmla="*/ 4334 w 4379"/>
              <a:gd name="p0y1" fmla="*/ 0 h 90"/>
              <a:gd name="p0x2" fmla="*/ 4359 w 4379"/>
              <a:gd name="p0y2" fmla="*/ 0 h 90"/>
              <a:gd name="p0x3" fmla="*/ 4379 w 4379"/>
              <a:gd name="p0y3" fmla="*/ 20 h 90"/>
              <a:gd name="p0x4" fmla="*/ 4379 w 4379"/>
              <a:gd name="p0y4" fmla="*/ 45 h 90"/>
              <a:gd name="p0x5" fmla="*/ 4379 w 4379"/>
              <a:gd name="p0y5" fmla="*/ 69 h 90"/>
              <a:gd name="p0x6" fmla="*/ 4359 w 4379"/>
              <a:gd name="p0y6" fmla="*/ 90 h 90"/>
              <a:gd name="p0x7" fmla="*/ 4334 w 4379"/>
              <a:gd name="p0y7" fmla="*/ 90 h 90"/>
              <a:gd name="p0x8" fmla="*/ 45 w 4379"/>
              <a:gd name="p0y8" fmla="*/ 90 h 90"/>
              <a:gd name="p0x9" fmla="*/ 20 w 4379"/>
              <a:gd name="p0y9" fmla="*/ 90 h 90"/>
              <a:gd name="p0x10" fmla="*/ 0 w 4379"/>
              <a:gd name="p0y10" fmla="*/ 69 h 90"/>
              <a:gd name="p0x11" fmla="*/ 0 w 4379"/>
              <a:gd name="p0y11" fmla="*/ 45 h 90"/>
              <a:gd name="p0x12" fmla="*/ 0 w 4379"/>
              <a:gd name="p0y12" fmla="*/ 20 h 90"/>
              <a:gd name="p0x13" fmla="*/ 20 w 4379"/>
              <a:gd name="p0y13" fmla="*/ 0 h 90"/>
              <a:gd name="p0x14" fmla="*/ 45 w 4379"/>
              <a:gd name="p0y14" fmla="*/ 0 h 90"/>
            </a:gdLst>
            <a:ahLst/>
            <a:cxnLst/>
            <a:pathLst>
              <a:path w="4380" h="90">
                <a:moveTo>
                  <a:pt x="4335" y="0"/>
                </a:moveTo>
                <a:cubicBezTo>
                  <a:pt x="4360" y="-1"/>
                  <a:pt x="4381" y="23"/>
                  <a:pt x="4380" y="45"/>
                </a:cubicBezTo>
                <a:cubicBezTo>
                  <a:pt x="4381" y="70"/>
                  <a:pt x="4357" y="91"/>
                  <a:pt x="4335" y="90"/>
                </a:cubicBezTo>
                <a:lnTo>
                  <a:pt x="45" y="90"/>
                </a:lnTo>
                <a:cubicBezTo>
                  <a:pt x="20" y="91"/>
                  <a:pt x="-1" y="67"/>
                  <a:pt x="0" y="45"/>
                </a:cubicBezTo>
                <a:cubicBezTo>
                  <a:pt x="-1" y="20"/>
                  <a:pt x="23" y="-1"/>
                  <a:pt x="45" y="0"/>
                </a:cubicBezTo>
                <a:lnTo>
                  <a:pt x="4335" y="0"/>
                </a:lnTo>
                <a:close/>
              </a:path>
            </a:pathLst>
          </a:custGeom>
          <a:solidFill>
            <a:srgbClr val="33415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grpSp>
        <p:nvGrpSpPr>
          <p:cNvPr id="59" name="组合 58"/>
          <p:cNvGrpSpPr/>
          <p:nvPr/>
        </p:nvGrpSpPr>
        <p:grpSpPr>
          <a:xfrm>
            <a:off x="8101965" y="1162050"/>
            <a:ext cx="3632200" cy="5238750"/>
            <a:chOff x="12759" y="1830"/>
            <a:chExt cx="5720" cy="8250"/>
          </a:xfrm>
          <a:effectLst>
            <a:outerShdw blurRad="85725" dist="38100" dir="5399999" algn="ctr" rotWithShape="0">
              <a:srgbClr val="000000">
                <a:alpha val="5098"/>
              </a:srgbClr>
            </a:outerShdw>
          </a:effectLst>
        </p:grpSpPr>
        <p:sp>
          <p:nvSpPr>
            <p:cNvPr id="38" name="任意多边形 37"/>
            <p:cNvSpPr/>
            <p:nvPr>
              <p:custDataLst>
                <p:tags r:id="rId29"/>
              </p:custDataLst>
            </p:nvPr>
          </p:nvSpPr>
          <p:spPr>
            <a:xfrm>
              <a:off x="12759" y="1830"/>
              <a:ext cx="5721" cy="8250"/>
            </a:xfrm>
            <a:custGeom>
              <a:avLst/>
              <a:gdLst>
                <a:gd name="sw" fmla="*/ 1 w 5720"/>
                <a:gd name="sh" fmla="*/ 1 h 8250"/>
                <a:gd name="mins" fmla="min sw sh"/>
                <a:gd name="dsw" fmla="+- 0 sw mins"/>
                <a:gd name="dsh" fmla="+- 0 sh mins"/>
                <a:gd name="p0x0" fmla="*/ 240 w 5720"/>
                <a:gd name="p0y0" fmla="*/ 0 h 8250"/>
                <a:gd name="p0x1" fmla="*/ 5480 w 5720"/>
                <a:gd name="p0y1" fmla="*/ 0 h 8250"/>
                <a:gd name="p0x2" fmla="*/ 5612 w 5720"/>
                <a:gd name="p0y2" fmla="*/ 0 h 8250"/>
                <a:gd name="p0x3" fmla="*/ 5720 w 5720"/>
                <a:gd name="p0y3" fmla="*/ 107 h 8250"/>
                <a:gd name="p0x4" fmla="*/ 5720 w 5720"/>
                <a:gd name="p0y4" fmla="*/ 240 h 8250"/>
                <a:gd name="p0x5" fmla="*/ 5720 w 5720"/>
                <a:gd name="p0y5" fmla="*/ 8010 h 8250"/>
                <a:gd name="p0x6" fmla="*/ 5720 w 5720"/>
                <a:gd name="p0y6" fmla="*/ 8142 h 8250"/>
                <a:gd name="p0x7" fmla="*/ 5612 w 5720"/>
                <a:gd name="p0y7" fmla="*/ 8250 h 8250"/>
                <a:gd name="p0x8" fmla="*/ 5480 w 5720"/>
                <a:gd name="p0y8" fmla="*/ 8250 h 8250"/>
                <a:gd name="p0x9" fmla="*/ 240 w 5720"/>
                <a:gd name="p0y9" fmla="*/ 8250 h 8250"/>
                <a:gd name="p0x10" fmla="*/ 107 w 5720"/>
                <a:gd name="p0y10" fmla="*/ 8250 h 8250"/>
                <a:gd name="p0x11" fmla="*/ 0 w 5720"/>
                <a:gd name="p0y11" fmla="*/ 8142 h 8250"/>
                <a:gd name="p0x12" fmla="*/ 0 w 5720"/>
                <a:gd name="p0y12" fmla="*/ 8010 h 8250"/>
                <a:gd name="p0x13" fmla="*/ 0 w 5720"/>
                <a:gd name="p0y13" fmla="*/ 240 h 8250"/>
                <a:gd name="p0x14" fmla="*/ 0 w 5720"/>
                <a:gd name="p0y14" fmla="*/ 107 h 8250"/>
                <a:gd name="p0x15" fmla="*/ 107 w 5720"/>
                <a:gd name="p0y15" fmla="*/ 0 h 8250"/>
                <a:gd name="p0x16" fmla="*/ 240 w 5720"/>
                <a:gd name="p0y16" fmla="*/ 0 h 825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9" name="任意多边形 38"/>
            <p:cNvSpPr/>
            <p:nvPr>
              <p:custDataLst>
                <p:tags r:id="rId30"/>
              </p:custDataLst>
            </p:nvPr>
          </p:nvSpPr>
          <p:spPr>
            <a:xfrm>
              <a:off x="12759" y="1830"/>
              <a:ext cx="5721" cy="240"/>
            </a:xfrm>
            <a:custGeom>
              <a:avLst/>
              <a:gdLst>
                <a:gd name="sw" fmla="*/ 1 w 5720"/>
                <a:gd name="sh" fmla="*/ 1 h 240"/>
                <a:gd name="mins" fmla="min sw sh"/>
                <a:gd name="dsw" fmla="+- 0 sw mins"/>
                <a:gd name="dsh" fmla="+- 0 sh mins"/>
                <a:gd name="p0x0" fmla="*/ 240 w 5720"/>
                <a:gd name="p0y0" fmla="*/ 0 h 240"/>
                <a:gd name="p0x1" fmla="*/ 5480 w 5720"/>
                <a:gd name="p0y1" fmla="*/ 0 h 240"/>
                <a:gd name="p0x2" fmla="*/ 5612 w 5720"/>
                <a:gd name="p0y2" fmla="*/ 0 h 240"/>
                <a:gd name="p0x3" fmla="*/ 5720 w 5720"/>
                <a:gd name="p0y3" fmla="*/ 107 h 240"/>
                <a:gd name="p0x4" fmla="*/ 5720 w 5720"/>
                <a:gd name="p0y4" fmla="*/ 240 h 240"/>
                <a:gd name="p0x5" fmla="*/ 5720 w 5720"/>
                <a:gd name="p0y5" fmla="*/ 157 h 240"/>
                <a:gd name="p0x6" fmla="*/ 5612 w 5720"/>
                <a:gd name="p0y6" fmla="*/ 90 h 240"/>
                <a:gd name="p0x7" fmla="*/ 5480 w 5720"/>
                <a:gd name="p0y7" fmla="*/ 90 h 240"/>
                <a:gd name="p0x8" fmla="*/ 240 w 5720"/>
                <a:gd name="p0y8" fmla="*/ 90 h 240"/>
                <a:gd name="p0x9" fmla="*/ 107 w 5720"/>
                <a:gd name="p0y9" fmla="*/ 90 h 240"/>
                <a:gd name="p0x10" fmla="*/ 0 w 5720"/>
                <a:gd name="p0y10" fmla="*/ 157 h 240"/>
                <a:gd name="p0x11" fmla="*/ 0 w 5720"/>
                <a:gd name="p0y11" fmla="*/ 240 h 240"/>
                <a:gd name="p0x12" fmla="*/ 0 w 5720"/>
                <a:gd name="p0y12" fmla="*/ 107 h 240"/>
                <a:gd name="p0x13" fmla="*/ 107 w 5720"/>
                <a:gd name="p0y13" fmla="*/ 0 h 240"/>
                <a:gd name="p0x14" fmla="*/ 240 w 5720"/>
                <a:gd name="p0y14" fmla="*/ 0 h 24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41" name="任意多边形 40"/>
          <p:cNvSpPr/>
          <p:nvPr>
            <p:custDataLst>
              <p:tags r:id="rId31"/>
            </p:custDataLst>
          </p:nvPr>
        </p:nvSpPr>
        <p:spPr>
          <a:xfrm>
            <a:off x="8330565" y="1447800"/>
            <a:ext cx="533400" cy="533400"/>
          </a:xfrm>
          <a:custGeom>
            <a:avLst/>
            <a:gdLst>
              <a:gd name="sw" fmla="*/ 1 w 840"/>
              <a:gd name="sh" fmla="*/ 1 h 840"/>
              <a:gd name="mins" fmla="min sw sh"/>
              <a:gd name="dsw" fmla="+- 0 sw mins"/>
              <a:gd name="dsh" fmla="+- 0 sh mins"/>
              <a:gd name="p0x0" fmla="*/ 180 w 840"/>
              <a:gd name="p0y0" fmla="*/ 0 h 840"/>
              <a:gd name="p0x1" fmla="*/ 660 w 840"/>
              <a:gd name="p0y1" fmla="*/ 0 h 840"/>
              <a:gd name="p0x2" fmla="*/ 759 w 840"/>
              <a:gd name="p0y2" fmla="*/ 0 h 840"/>
              <a:gd name="p0x3" fmla="*/ 840 w 840"/>
              <a:gd name="p0y3" fmla="*/ 80 h 840"/>
              <a:gd name="p0x4" fmla="*/ 840 w 840"/>
              <a:gd name="p0y4" fmla="*/ 180 h 840"/>
              <a:gd name="p0x5" fmla="*/ 840 w 840"/>
              <a:gd name="p0y5" fmla="*/ 660 h 840"/>
              <a:gd name="p0x6" fmla="*/ 840 w 840"/>
              <a:gd name="p0y6" fmla="*/ 759 h 840"/>
              <a:gd name="p0x7" fmla="*/ 759 w 840"/>
              <a:gd name="p0y7" fmla="*/ 840 h 840"/>
              <a:gd name="p0x8" fmla="*/ 660 w 840"/>
              <a:gd name="p0y8" fmla="*/ 840 h 840"/>
              <a:gd name="p0x9" fmla="*/ 180 w 840"/>
              <a:gd name="p0y9" fmla="*/ 840 h 840"/>
              <a:gd name="p0x10" fmla="*/ 80 w 840"/>
              <a:gd name="p0y10" fmla="*/ 840 h 840"/>
              <a:gd name="p0x11" fmla="*/ 0 w 840"/>
              <a:gd name="p0y11" fmla="*/ 759 h 840"/>
              <a:gd name="p0x12" fmla="*/ 0 w 840"/>
              <a:gd name="p0y12" fmla="*/ 660 h 840"/>
              <a:gd name="p0x13" fmla="*/ 0 w 840"/>
              <a:gd name="p0y13" fmla="*/ 180 h 840"/>
              <a:gd name="p0x14" fmla="*/ 0 w 840"/>
              <a:gd name="p0y14" fmla="*/ 80 h 840"/>
              <a:gd name="p0x15" fmla="*/ 80 w 840"/>
              <a:gd name="p0y15" fmla="*/ 0 h 840"/>
              <a:gd name="p0x16" fmla="*/ 180 w 840"/>
              <a:gd name="p0y16" fmla="*/ 0 h 8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F172A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2" name="图片 41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rcRect l="-7143" t="-2083" r="-7143" b="-2083"/>
          <a:stretch>
            <a:fillRect/>
          </a:stretch>
        </p:blipFill>
        <p:spPr>
          <a:xfrm>
            <a:off x="8482965" y="1595120"/>
            <a:ext cx="228600" cy="238125"/>
          </a:xfrm>
          <a:prstGeom prst="rect">
            <a:avLst/>
          </a:prstGeom>
        </p:spPr>
      </p:pic>
      <p:sp>
        <p:nvSpPr>
          <p:cNvPr id="43" name="文本框 42"/>
          <p:cNvSpPr txBox="1"/>
          <p:nvPr>
            <p:custDataLst>
              <p:tags r:id="rId35"/>
            </p:custDataLst>
          </p:nvPr>
        </p:nvSpPr>
        <p:spPr>
          <a:xfrm>
            <a:off x="8331809" y="2231708"/>
            <a:ext cx="3175026" cy="3257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物理参数提取验证</a:t>
            </a:r>
            <a:endParaRPr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60" name="组合 59"/>
          <p:cNvGrpSpPr/>
          <p:nvPr/>
        </p:nvGrpSpPr>
        <p:grpSpPr>
          <a:xfrm>
            <a:off x="8330565" y="2557780"/>
            <a:ext cx="3175000" cy="313690"/>
            <a:chOff x="13119" y="4028"/>
            <a:chExt cx="5000" cy="494"/>
          </a:xfrm>
        </p:grpSpPr>
        <p:sp>
          <p:nvSpPr>
            <p:cNvPr id="44" name="任意多边形 43"/>
            <p:cNvSpPr/>
            <p:nvPr>
              <p:custDataLst>
                <p:tags r:id="rId36"/>
              </p:custDataLst>
            </p:nvPr>
          </p:nvSpPr>
          <p:spPr>
            <a:xfrm>
              <a:off x="13119" y="4028"/>
              <a:ext cx="5001" cy="495"/>
            </a:xfrm>
            <a:custGeom>
              <a:avLst/>
              <a:gdLst>
                <a:gd name="sw" fmla="*/ 1 w 5000"/>
                <a:gd name="sh" fmla="*/ 1 h 494"/>
                <a:gd name="mins" fmla="min sw sh"/>
                <a:gd name="dsw" fmla="+- 0 sw mins"/>
                <a:gd name="dsh" fmla="+- 0 sh mins"/>
                <a:gd name="p0x0" fmla="*/ 0 w 5000"/>
                <a:gd name="p0y0" fmla="*/ 0 h 494"/>
                <a:gd name="p0x1" fmla="*/ 5000 w 5000"/>
                <a:gd name="p0y1" fmla="*/ 0 h 494"/>
                <a:gd name="p0x2" fmla="*/ 5000 w 5000"/>
                <a:gd name="p0y2" fmla="*/ 494 h 494"/>
                <a:gd name="p0x3" fmla="*/ 0 w 5000"/>
                <a:gd name="p0y3" fmla="*/ 494 h 494"/>
                <a:gd name="p0x4" fmla="*/ 0 w 5000"/>
                <a:gd name="p0y4" fmla="*/ 0 h 494"/>
              </a:gdLst>
              <a:ahLst/>
              <a:cxnLst/>
              <a:pathLst>
                <a:path w="5001" h="495">
                  <a:moveTo>
                    <a:pt x="5001" y="0"/>
                  </a:moveTo>
                  <a:lnTo>
                    <a:pt x="5001" y="495"/>
                  </a:lnTo>
                  <a:lnTo>
                    <a:pt x="0" y="495"/>
                  </a:lnTo>
                  <a:lnTo>
                    <a:pt x="0" y="0"/>
                  </a:lnTo>
                  <a:lnTo>
                    <a:pt x="5001" y="0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  <p:sp>
          <p:nvSpPr>
            <p:cNvPr id="45" name="任意多边形 44"/>
            <p:cNvSpPr/>
            <p:nvPr>
              <p:custDataLst>
                <p:tags r:id="rId37"/>
              </p:custDataLst>
            </p:nvPr>
          </p:nvSpPr>
          <p:spPr>
            <a:xfrm>
              <a:off x="13119" y="4508"/>
              <a:ext cx="5001" cy="15"/>
            </a:xfrm>
            <a:custGeom>
              <a:avLst/>
              <a:gdLst>
                <a:gd name="sw" fmla="*/ 1 w 5000"/>
                <a:gd name="sh" fmla="*/ 1 h 15"/>
                <a:gd name="mins" fmla="min sw sh"/>
                <a:gd name="dsw" fmla="+- 0 sw mins"/>
                <a:gd name="dsh" fmla="+- 0 sh mins"/>
                <a:gd name="p0x0" fmla="*/ 5000 w 5000"/>
                <a:gd name="p0y0" fmla="*/ 15 h 15"/>
                <a:gd name="p0x1" fmla="*/ 0 w 5000"/>
                <a:gd name="p0y1" fmla="*/ 15 h 15"/>
                <a:gd name="p0x2" fmla="*/ 0 w 5000"/>
                <a:gd name="p0y2" fmla="*/ 0 h 15"/>
                <a:gd name="p0x3" fmla="*/ 5000 w 5000"/>
                <a:gd name="p0y3" fmla="*/ 0 h 15"/>
                <a:gd name="p0x4" fmla="*/ 5000 w 5000"/>
                <a:gd name="p0y4" fmla="*/ 15 h 15"/>
              </a:gdLst>
              <a:ahLst/>
              <a:cxnLst/>
              <a:pathLst>
                <a:path w="5001" h="15">
                  <a:moveTo>
                    <a:pt x="5001" y="0"/>
                  </a:moveTo>
                  <a:lnTo>
                    <a:pt x="5001" y="15"/>
                  </a:lnTo>
                  <a:lnTo>
                    <a:pt x="0" y="15"/>
                  </a:lnTo>
                  <a:lnTo>
                    <a:pt x="0" y="0"/>
                  </a:lnTo>
                  <a:lnTo>
                    <a:pt x="5001" y="0"/>
                  </a:ln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</p:grpSp>
      <p:sp>
        <p:nvSpPr>
          <p:cNvPr id="48" name="文本框 47"/>
          <p:cNvSpPr txBox="1"/>
          <p:nvPr>
            <p:custDataLst>
              <p:tags r:id="rId38"/>
            </p:custDataLst>
          </p:nvPr>
        </p:nvSpPr>
        <p:spPr>
          <a:xfrm>
            <a:off x="8331200" y="2969895"/>
            <a:ext cx="3175000" cy="176657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just">
              <a:lnSpc>
                <a:spcPct val="133000"/>
              </a:lnSpc>
            </a:pPr>
            <a:r>
              <a:rPr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基于实验数据</a:t>
            </a:r>
            <a:r>
              <a:rPr lang="zh-CN"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计算</a:t>
            </a:r>
            <a:r>
              <a:rPr sz="16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费米面截面积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sz="16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载流子有效质量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等关键物理参数，评估理论模型与实验观测的一致性程度。</a:t>
            </a:r>
            <a:endParaRPr sz="1600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任意多边形 49"/>
          <p:cNvSpPr/>
          <p:nvPr>
            <p:custDataLst>
              <p:tags r:id="rId39"/>
            </p:custDataLst>
          </p:nvPr>
        </p:nvSpPr>
        <p:spPr>
          <a:xfrm>
            <a:off x="8335645" y="5657850"/>
            <a:ext cx="3165475" cy="509270"/>
          </a:xfrm>
          <a:custGeom>
            <a:avLst/>
            <a:gdLst>
              <a:gd name="sw" fmla="*/ 1 w 4985"/>
              <a:gd name="sh" fmla="*/ 1 h 802"/>
              <a:gd name="mins" fmla="min sw sh"/>
              <a:gd name="dsw" fmla="+- 0 sw mins"/>
              <a:gd name="dsh" fmla="+- 0 sh mins"/>
              <a:gd name="p0x0" fmla="*/ 120 w 4985"/>
              <a:gd name="p0y0" fmla="*/ 0 h 802"/>
              <a:gd name="p0x1" fmla="*/ 4865 w 4985"/>
              <a:gd name="p0y1" fmla="*/ 0 h 802"/>
              <a:gd name="p0x2" fmla="*/ 4931 w 4985"/>
              <a:gd name="p0y2" fmla="*/ 0 h 802"/>
              <a:gd name="p0x3" fmla="*/ 4985 w 4985"/>
              <a:gd name="p0y3" fmla="*/ 53 h 802"/>
              <a:gd name="p0x4" fmla="*/ 4985 w 4985"/>
              <a:gd name="p0y4" fmla="*/ 120 h 802"/>
              <a:gd name="p0x5" fmla="*/ 4985 w 4985"/>
              <a:gd name="p0y5" fmla="*/ 682 h 802"/>
              <a:gd name="p0x6" fmla="*/ 4985 w 4985"/>
              <a:gd name="p0y6" fmla="*/ 748 h 802"/>
              <a:gd name="p0x7" fmla="*/ 4931 w 4985"/>
              <a:gd name="p0y7" fmla="*/ 802 h 802"/>
              <a:gd name="p0x8" fmla="*/ 4865 w 4985"/>
              <a:gd name="p0y8" fmla="*/ 802 h 802"/>
              <a:gd name="p0x9" fmla="*/ 120 w 4985"/>
              <a:gd name="p0y9" fmla="*/ 802 h 802"/>
              <a:gd name="p0x10" fmla="*/ 53 w 4985"/>
              <a:gd name="p0y10" fmla="*/ 802 h 802"/>
              <a:gd name="p0x11" fmla="*/ 0 w 4985"/>
              <a:gd name="p0y11" fmla="*/ 748 h 802"/>
              <a:gd name="p0x12" fmla="*/ 0 w 4985"/>
              <a:gd name="p0y12" fmla="*/ 682 h 802"/>
              <a:gd name="p0x13" fmla="*/ 0 w 4985"/>
              <a:gd name="p0y13" fmla="*/ 120 h 802"/>
              <a:gd name="p0x14" fmla="*/ 0 w 4985"/>
              <a:gd name="p0y14" fmla="*/ 53 h 802"/>
              <a:gd name="p0x15" fmla="*/ 53 w 4985"/>
              <a:gd name="p0y15" fmla="*/ 0 h 802"/>
              <a:gd name="p0x16" fmla="*/ 120 w 4985"/>
              <a:gd name="p0y16" fmla="*/ 0 h 80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8FAFC"/>
          </a:solidFill>
          <a:ln w="9525" cmpd="sng">
            <a:solidFill>
              <a:srgbClr val="E2E8F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2" name="任意多边形 51"/>
          <p:cNvSpPr/>
          <p:nvPr>
            <p:custDataLst>
              <p:tags r:id="rId40"/>
            </p:custDataLst>
          </p:nvPr>
        </p:nvSpPr>
        <p:spPr>
          <a:xfrm>
            <a:off x="8454390" y="5991225"/>
            <a:ext cx="2927985" cy="57150"/>
          </a:xfrm>
          <a:custGeom>
            <a:avLst/>
            <a:gdLst>
              <a:gd name="sw" fmla="*/ 1 w 4610"/>
              <a:gd name="sh" fmla="*/ 1 h 90"/>
              <a:gd name="mins" fmla="min sw sh"/>
              <a:gd name="dsw" fmla="+- 0 sw mins"/>
              <a:gd name="dsh" fmla="+- 0 sh mins"/>
              <a:gd name="p0x0" fmla="*/ 45 w 4610"/>
              <a:gd name="p0y0" fmla="*/ 0 h 90"/>
              <a:gd name="p0x1" fmla="*/ 4565 w 4610"/>
              <a:gd name="p0y1" fmla="*/ 0 h 90"/>
              <a:gd name="p0x2" fmla="*/ 4589 w 4610"/>
              <a:gd name="p0y2" fmla="*/ 0 h 90"/>
              <a:gd name="p0x3" fmla="*/ 4610 w 4610"/>
              <a:gd name="p0y3" fmla="*/ 20 h 90"/>
              <a:gd name="p0x4" fmla="*/ 4610 w 4610"/>
              <a:gd name="p0y4" fmla="*/ 45 h 90"/>
              <a:gd name="p0x5" fmla="*/ 4610 w 4610"/>
              <a:gd name="p0y5" fmla="*/ 69 h 90"/>
              <a:gd name="p0x6" fmla="*/ 4589 w 4610"/>
              <a:gd name="p0y6" fmla="*/ 90 h 90"/>
              <a:gd name="p0x7" fmla="*/ 4565 w 4610"/>
              <a:gd name="p0y7" fmla="*/ 90 h 90"/>
              <a:gd name="p0x8" fmla="*/ 45 w 4610"/>
              <a:gd name="p0y8" fmla="*/ 90 h 90"/>
              <a:gd name="p0x9" fmla="*/ 20 w 4610"/>
              <a:gd name="p0y9" fmla="*/ 90 h 90"/>
              <a:gd name="p0x10" fmla="*/ 0 w 4610"/>
              <a:gd name="p0y10" fmla="*/ 69 h 90"/>
              <a:gd name="p0x11" fmla="*/ 0 w 4610"/>
              <a:gd name="p0y11" fmla="*/ 45 h 90"/>
              <a:gd name="p0x12" fmla="*/ 0 w 4610"/>
              <a:gd name="p0y12" fmla="*/ 20 h 90"/>
              <a:gd name="p0x13" fmla="*/ 20 w 4610"/>
              <a:gd name="p0y13" fmla="*/ 0 h 90"/>
              <a:gd name="p0x14" fmla="*/ 45 w 4610"/>
              <a:gd name="p0y14" fmla="*/ 0 h 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E2E8F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任意多边形 52"/>
          <p:cNvSpPr/>
          <p:nvPr>
            <p:custDataLst>
              <p:tags r:id="rId41"/>
            </p:custDataLst>
          </p:nvPr>
        </p:nvSpPr>
        <p:spPr>
          <a:xfrm>
            <a:off x="8454396" y="5991225"/>
            <a:ext cx="2634609" cy="57150"/>
          </a:xfrm>
          <a:custGeom>
            <a:avLst/>
            <a:gdLst>
              <a:gd name="sw" fmla="*/ 1 w 4149"/>
              <a:gd name="sh" fmla="*/ 1 h 90"/>
              <a:gd name="mins" fmla="min sw sh"/>
              <a:gd name="dsw" fmla="+- 0 sw mins"/>
              <a:gd name="dsh" fmla="+- 0 sh mins"/>
              <a:gd name="p0x0" fmla="*/ 45 w 4149"/>
              <a:gd name="p0y0" fmla="*/ 0 h 90"/>
              <a:gd name="p0x1" fmla="*/ 4104 w 4149"/>
              <a:gd name="p0y1" fmla="*/ 0 h 90"/>
              <a:gd name="p0x2" fmla="*/ 4128 w 4149"/>
              <a:gd name="p0y2" fmla="*/ 0 h 90"/>
              <a:gd name="p0x3" fmla="*/ 4149 w 4149"/>
              <a:gd name="p0y3" fmla="*/ 20 h 90"/>
              <a:gd name="p0x4" fmla="*/ 4149 w 4149"/>
              <a:gd name="p0y4" fmla="*/ 45 h 90"/>
              <a:gd name="p0x5" fmla="*/ 4149 w 4149"/>
              <a:gd name="p0y5" fmla="*/ 69 h 90"/>
              <a:gd name="p0x6" fmla="*/ 4128 w 4149"/>
              <a:gd name="p0y6" fmla="*/ 90 h 90"/>
              <a:gd name="p0x7" fmla="*/ 4104 w 4149"/>
              <a:gd name="p0y7" fmla="*/ 90 h 90"/>
              <a:gd name="p0x8" fmla="*/ 45 w 4149"/>
              <a:gd name="p0y8" fmla="*/ 90 h 90"/>
              <a:gd name="p0x9" fmla="*/ 20 w 4149"/>
              <a:gd name="p0y9" fmla="*/ 90 h 90"/>
              <a:gd name="p0x10" fmla="*/ 0 w 4149"/>
              <a:gd name="p0y10" fmla="*/ 69 h 90"/>
              <a:gd name="p0x11" fmla="*/ 0 w 4149"/>
              <a:gd name="p0y11" fmla="*/ 45 h 90"/>
              <a:gd name="p0x12" fmla="*/ 0 w 4149"/>
              <a:gd name="p0y12" fmla="*/ 20 h 90"/>
              <a:gd name="p0x13" fmla="*/ 20 w 4149"/>
              <a:gd name="p0y13" fmla="*/ 0 h 90"/>
              <a:gd name="p0x14" fmla="*/ 45 w 4149"/>
              <a:gd name="p0y14" fmla="*/ 0 h 90"/>
            </a:gdLst>
            <a:ahLst/>
            <a:cxnLst/>
            <a:pathLst>
              <a:path w="4149" h="90">
                <a:moveTo>
                  <a:pt x="45" y="0"/>
                </a:moveTo>
                <a:lnTo>
                  <a:pt x="4104" y="0"/>
                </a:lnTo>
                <a:cubicBezTo>
                  <a:pt x="4129" y="-1"/>
                  <a:pt x="4150" y="23"/>
                  <a:pt x="4149" y="45"/>
                </a:cubicBezTo>
                <a:cubicBezTo>
                  <a:pt x="4150" y="70"/>
                  <a:pt x="4126" y="91"/>
                  <a:pt x="4104" y="90"/>
                </a:cubicBezTo>
                <a:lnTo>
                  <a:pt x="45" y="90"/>
                </a:lnTo>
                <a:cubicBezTo>
                  <a:pt x="20" y="91"/>
                  <a:pt x="-1" y="67"/>
                  <a:pt x="0" y="45"/>
                </a:cubicBezTo>
                <a:cubicBezTo>
                  <a:pt x="-1" y="20"/>
                  <a:pt x="23" y="-1"/>
                  <a:pt x="45" y="0"/>
                </a:cubicBezTo>
                <a:close/>
              </a:path>
            </a:pathLst>
          </a:custGeom>
          <a:solidFill>
            <a:srgbClr val="0F172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982325" y="0"/>
            <a:ext cx="1172845" cy="11068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矩形 11"/>
          <p:cNvSpPr/>
          <p:nvPr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2"/>
            </p:custDataLst>
          </p:nvPr>
        </p:nvSpPr>
        <p:spPr>
          <a:xfrm>
            <a:off x="457200" y="409575"/>
            <a:ext cx="5395913" cy="571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3000" b="1" spc="-75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Lifshitz-Kosevich (LK) </a:t>
            </a:r>
            <a:r>
              <a:rPr lang="zh-CN" sz="3000" b="1" spc="-75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公式</a:t>
            </a:r>
            <a:endParaRPr lang="zh-CN" sz="3000" b="1" spc="-75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66" name="组合 65"/>
          <p:cNvGrpSpPr/>
          <p:nvPr/>
        </p:nvGrpSpPr>
        <p:grpSpPr>
          <a:xfrm>
            <a:off x="6082030" y="1206500"/>
            <a:ext cx="6033770" cy="5386070"/>
            <a:chOff x="720" y="1830"/>
            <a:chExt cx="5700" cy="8250"/>
          </a:xfrm>
          <a:effectLst>
            <a:outerShdw blurRad="214313" dist="38100" dir="5399999" algn="ctr" rotWithShape="0">
              <a:srgbClr val="000000">
                <a:alpha val="5098"/>
              </a:srgbClr>
            </a:outerShdw>
          </a:effectLst>
        </p:grpSpPr>
        <p:sp>
          <p:nvSpPr>
            <p:cNvPr id="17" name="任意多边形 16"/>
            <p:cNvSpPr/>
            <p:nvPr>
              <p:custDataLst>
                <p:tags r:id="rId3"/>
              </p:custDataLst>
            </p:nvPr>
          </p:nvSpPr>
          <p:spPr>
            <a:xfrm>
              <a:off x="720" y="1830"/>
              <a:ext cx="5700" cy="8250"/>
            </a:xfrm>
            <a:custGeom>
              <a:avLst/>
              <a:gdLst>
                <a:gd name="sw" fmla="*/ 1 w 5700"/>
                <a:gd name="sh" fmla="*/ 1 h 8250"/>
                <a:gd name="mins" fmla="min sw sh"/>
                <a:gd name="dsw" fmla="+- 0 sw mins"/>
                <a:gd name="dsh" fmla="+- 0 sh mins"/>
                <a:gd name="p0x0" fmla="*/ 180 w 5700"/>
                <a:gd name="p0y0" fmla="*/ 0 h 8250"/>
                <a:gd name="p0x1" fmla="*/ 5520 w 5700"/>
                <a:gd name="p0y1" fmla="*/ 0 h 8250"/>
                <a:gd name="p0x2" fmla="*/ 5619 w 5700"/>
                <a:gd name="p0y2" fmla="*/ 0 h 8250"/>
                <a:gd name="p0x3" fmla="*/ 5700 w 5700"/>
                <a:gd name="p0y3" fmla="*/ 80 h 8250"/>
                <a:gd name="p0x4" fmla="*/ 5700 w 5700"/>
                <a:gd name="p0y4" fmla="*/ 180 h 8250"/>
                <a:gd name="p0x5" fmla="*/ 5700 w 5700"/>
                <a:gd name="p0y5" fmla="*/ 8070 h 8250"/>
                <a:gd name="p0x6" fmla="*/ 5700 w 5700"/>
                <a:gd name="p0y6" fmla="*/ 8169 h 8250"/>
                <a:gd name="p0x7" fmla="*/ 5619 w 5700"/>
                <a:gd name="p0y7" fmla="*/ 8250 h 8250"/>
                <a:gd name="p0x8" fmla="*/ 5520 w 5700"/>
                <a:gd name="p0y8" fmla="*/ 8250 h 8250"/>
                <a:gd name="p0x9" fmla="*/ 180 w 5700"/>
                <a:gd name="p0y9" fmla="*/ 8250 h 8250"/>
                <a:gd name="p0x10" fmla="*/ 80 w 5700"/>
                <a:gd name="p0y10" fmla="*/ 8250 h 8250"/>
                <a:gd name="p0x11" fmla="*/ 0 w 5700"/>
                <a:gd name="p0y11" fmla="*/ 8169 h 8250"/>
                <a:gd name="p0x12" fmla="*/ 0 w 5700"/>
                <a:gd name="p0y12" fmla="*/ 8070 h 8250"/>
                <a:gd name="p0x13" fmla="*/ 0 w 5700"/>
                <a:gd name="p0y13" fmla="*/ 180 h 8250"/>
                <a:gd name="p0x14" fmla="*/ 0 w 5700"/>
                <a:gd name="p0y14" fmla="*/ 80 h 8250"/>
                <a:gd name="p0x15" fmla="*/ 80 w 5700"/>
                <a:gd name="p0y15" fmla="*/ 0 h 8250"/>
                <a:gd name="p0x16" fmla="*/ 180 w 5700"/>
                <a:gd name="p0y16" fmla="*/ 0 h 825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" name="任意多边形 17"/>
            <p:cNvSpPr/>
            <p:nvPr>
              <p:custDataLst>
                <p:tags r:id="rId4"/>
              </p:custDataLst>
            </p:nvPr>
          </p:nvSpPr>
          <p:spPr>
            <a:xfrm>
              <a:off x="720" y="1830"/>
              <a:ext cx="180" cy="8250"/>
            </a:xfrm>
            <a:custGeom>
              <a:avLst/>
              <a:gdLst>
                <a:gd name="sw" fmla="*/ 1 w 180"/>
                <a:gd name="sh" fmla="*/ 1 h 8250"/>
                <a:gd name="mins" fmla="min sw sh"/>
                <a:gd name="dsw" fmla="+- 0 sw mins"/>
                <a:gd name="dsh" fmla="+- 0 sh mins"/>
                <a:gd name="p0x0" fmla="*/ 0 w 180"/>
                <a:gd name="p0y0" fmla="*/ 8070 h 8250"/>
                <a:gd name="p0x1" fmla="*/ 0 w 180"/>
                <a:gd name="p0y1" fmla="*/ 180 h 8250"/>
                <a:gd name="p0x2" fmla="*/ 0 w 180"/>
                <a:gd name="p0y2" fmla="*/ 80 h 8250"/>
                <a:gd name="p0x3" fmla="*/ 80 w 180"/>
                <a:gd name="p0y3" fmla="*/ 0 h 8250"/>
                <a:gd name="p0x4" fmla="*/ 180 w 180"/>
                <a:gd name="p0y4" fmla="*/ 0 h 8250"/>
                <a:gd name="p0x5" fmla="*/ 122 w 180"/>
                <a:gd name="p0y5" fmla="*/ 0 h 8250"/>
                <a:gd name="p0x6" fmla="*/ 75 w 180"/>
                <a:gd name="p0y6" fmla="*/ 80 h 8250"/>
                <a:gd name="p0x7" fmla="*/ 75 w 180"/>
                <a:gd name="p0y7" fmla="*/ 180 h 8250"/>
                <a:gd name="p0x8" fmla="*/ 75 w 180"/>
                <a:gd name="p0y8" fmla="*/ 8070 h 8250"/>
                <a:gd name="p0x9" fmla="*/ 75 w 180"/>
                <a:gd name="p0y9" fmla="*/ 8169 h 8250"/>
                <a:gd name="p0x10" fmla="*/ 122 w 180"/>
                <a:gd name="p0y10" fmla="*/ 8250 h 8250"/>
                <a:gd name="p0x11" fmla="*/ 180 w 180"/>
                <a:gd name="p0y11" fmla="*/ 8250 h 8250"/>
                <a:gd name="p0x12" fmla="*/ 80 w 180"/>
                <a:gd name="p0y12" fmla="*/ 8250 h 8250"/>
                <a:gd name="p0x13" fmla="*/ 0 w 180"/>
                <a:gd name="p0y13" fmla="*/ 8169 h 8250"/>
                <a:gd name="p0x14" fmla="*/ 0 w 180"/>
                <a:gd name="p0y14" fmla="*/ 8070 h 825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9" name="任意多边形 18"/>
          <p:cNvSpPr/>
          <p:nvPr>
            <p:custDataLst>
              <p:tags r:id="rId5"/>
            </p:custDataLst>
          </p:nvPr>
        </p:nvSpPr>
        <p:spPr>
          <a:xfrm>
            <a:off x="6609080" y="1363980"/>
            <a:ext cx="4723130" cy="1468755"/>
          </a:xfrm>
          <a:custGeom>
            <a:avLst/>
            <a:gdLst>
              <a:gd name="sw" fmla="*/ 1 w 4890"/>
              <a:gd name="sh" fmla="*/ 1 h 2842"/>
              <a:gd name="mins" fmla="min sw sh"/>
              <a:gd name="dsw" fmla="+- 0 sw mins"/>
              <a:gd name="dsh" fmla="+- 0 sh mins"/>
              <a:gd name="p0x0" fmla="*/ 120 w 4890"/>
              <a:gd name="p0y0" fmla="*/ 0 h 2842"/>
              <a:gd name="p0x1" fmla="*/ 4770 w 4890"/>
              <a:gd name="p0y1" fmla="*/ 0 h 2842"/>
              <a:gd name="p0x2" fmla="*/ 4836 w 4890"/>
              <a:gd name="p0y2" fmla="*/ 0 h 2842"/>
              <a:gd name="p0x3" fmla="*/ 4890 w 4890"/>
              <a:gd name="p0y3" fmla="*/ 53 h 2842"/>
              <a:gd name="p0x4" fmla="*/ 4890 w 4890"/>
              <a:gd name="p0y4" fmla="*/ 120 h 2842"/>
              <a:gd name="p0x5" fmla="*/ 4890 w 4890"/>
              <a:gd name="p0y5" fmla="*/ 2722 h 2842"/>
              <a:gd name="p0x6" fmla="*/ 4890 w 4890"/>
              <a:gd name="p0y6" fmla="*/ 2789 h 2842"/>
              <a:gd name="p0x7" fmla="*/ 4836 w 4890"/>
              <a:gd name="p0y7" fmla="*/ 2842 h 2842"/>
              <a:gd name="p0x8" fmla="*/ 4770 w 4890"/>
              <a:gd name="p0y8" fmla="*/ 2842 h 2842"/>
              <a:gd name="p0x9" fmla="*/ 120 w 4890"/>
              <a:gd name="p0y9" fmla="*/ 2842 h 2842"/>
              <a:gd name="p0x10" fmla="*/ 53 w 4890"/>
              <a:gd name="p0y10" fmla="*/ 2842 h 2842"/>
              <a:gd name="p0x11" fmla="*/ 0 w 4890"/>
              <a:gd name="p0y11" fmla="*/ 2789 h 2842"/>
              <a:gd name="p0x12" fmla="*/ 0 w 4890"/>
              <a:gd name="p0y12" fmla="*/ 2722 h 2842"/>
              <a:gd name="p0x13" fmla="*/ 0 w 4890"/>
              <a:gd name="p0y13" fmla="*/ 120 h 2842"/>
              <a:gd name="p0x14" fmla="*/ 0 w 4890"/>
              <a:gd name="p0y14" fmla="*/ 53 h 2842"/>
              <a:gd name="p0x15" fmla="*/ 53 w 4890"/>
              <a:gd name="p0y15" fmla="*/ 0 h 2842"/>
              <a:gd name="p0x16" fmla="*/ 120 w 4890"/>
              <a:gd name="p0y16" fmla="*/ 0 h 284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1"/>
          </a:solidFill>
          <a:ln w="9525" cmpd="sng">
            <a:solidFill>
              <a:srgbClr val="E2E8F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2760" y="2004060"/>
            <a:ext cx="3688715" cy="67183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7"/>
            </p:custDataLst>
          </p:nvPr>
        </p:nvSpPr>
        <p:spPr>
          <a:xfrm>
            <a:off x="6753860" y="1513840"/>
            <a:ext cx="2790825" cy="2333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b="1">
                <a:solidFill>
                  <a:srgbClr val="0369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电阻振荡的</a:t>
            </a:r>
            <a:r>
              <a:rPr lang="zh-CN" altLang="en-US" b="1">
                <a:solidFill>
                  <a:srgbClr val="0369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表达式</a:t>
            </a:r>
            <a:endParaRPr lang="zh-CN" altLang="en-US" b="1">
              <a:solidFill>
                <a:srgbClr val="0369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任意多边形 20"/>
          <p:cNvSpPr/>
          <p:nvPr>
            <p:custDataLst>
              <p:tags r:id="rId8"/>
            </p:custDataLst>
          </p:nvPr>
        </p:nvSpPr>
        <p:spPr>
          <a:xfrm>
            <a:off x="6609080" y="3108325"/>
            <a:ext cx="4723130" cy="1468755"/>
          </a:xfrm>
          <a:custGeom>
            <a:avLst/>
            <a:gdLst>
              <a:gd name="sw" fmla="*/ 1 w 4890"/>
              <a:gd name="sh" fmla="*/ 1 h 2842"/>
              <a:gd name="mins" fmla="min sw sh"/>
              <a:gd name="dsw" fmla="+- 0 sw mins"/>
              <a:gd name="dsh" fmla="+- 0 sh mins"/>
              <a:gd name="p0x0" fmla="*/ 120 w 4890"/>
              <a:gd name="p0y0" fmla="*/ 0 h 2842"/>
              <a:gd name="p0x1" fmla="*/ 4770 w 4890"/>
              <a:gd name="p0y1" fmla="*/ 0 h 2842"/>
              <a:gd name="p0x2" fmla="*/ 4836 w 4890"/>
              <a:gd name="p0y2" fmla="*/ 0 h 2842"/>
              <a:gd name="p0x3" fmla="*/ 4890 w 4890"/>
              <a:gd name="p0y3" fmla="*/ 53 h 2842"/>
              <a:gd name="p0x4" fmla="*/ 4890 w 4890"/>
              <a:gd name="p0y4" fmla="*/ 120 h 2842"/>
              <a:gd name="p0x5" fmla="*/ 4890 w 4890"/>
              <a:gd name="p0y5" fmla="*/ 2722 h 2842"/>
              <a:gd name="p0x6" fmla="*/ 4890 w 4890"/>
              <a:gd name="p0y6" fmla="*/ 2789 h 2842"/>
              <a:gd name="p0x7" fmla="*/ 4836 w 4890"/>
              <a:gd name="p0y7" fmla="*/ 2842 h 2842"/>
              <a:gd name="p0x8" fmla="*/ 4770 w 4890"/>
              <a:gd name="p0y8" fmla="*/ 2842 h 2842"/>
              <a:gd name="p0x9" fmla="*/ 120 w 4890"/>
              <a:gd name="p0y9" fmla="*/ 2842 h 2842"/>
              <a:gd name="p0x10" fmla="*/ 53 w 4890"/>
              <a:gd name="p0y10" fmla="*/ 2842 h 2842"/>
              <a:gd name="p0x11" fmla="*/ 0 w 4890"/>
              <a:gd name="p0y11" fmla="*/ 2789 h 2842"/>
              <a:gd name="p0x12" fmla="*/ 0 w 4890"/>
              <a:gd name="p0y12" fmla="*/ 2722 h 2842"/>
              <a:gd name="p0x13" fmla="*/ 0 w 4890"/>
              <a:gd name="p0y13" fmla="*/ 120 h 2842"/>
              <a:gd name="p0x14" fmla="*/ 0 w 4890"/>
              <a:gd name="p0y14" fmla="*/ 53 h 2842"/>
              <a:gd name="p0x15" fmla="*/ 53 w 4890"/>
              <a:gd name="p0y15" fmla="*/ 0 h 2842"/>
              <a:gd name="p0x16" fmla="*/ 120 w 4890"/>
              <a:gd name="p0y16" fmla="*/ 0 h 284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1"/>
          </a:solidFill>
          <a:ln w="9525" cmpd="sng">
            <a:solidFill>
              <a:srgbClr val="E2E8F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>
            <p:custDataLst>
              <p:tags r:id="rId9"/>
            </p:custDataLst>
          </p:nvPr>
        </p:nvSpPr>
        <p:spPr>
          <a:xfrm>
            <a:off x="6753860" y="3312160"/>
            <a:ext cx="2790825" cy="2333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altLang="zh-CN" b="1">
                <a:solidFill>
                  <a:srgbClr val="0369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</a:t>
            </a:r>
            <a:r>
              <a:rPr lang="en-US" altLang="zh-CN" b="1" baseline="-25000">
                <a:solidFill>
                  <a:srgbClr val="0369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</a:t>
            </a:r>
            <a:r>
              <a:rPr lang="zh-CN" altLang="en-US" b="1">
                <a:solidFill>
                  <a:srgbClr val="0369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zh-CN" altLang="en-US" b="1">
                <a:solidFill>
                  <a:srgbClr val="0369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表达式</a:t>
            </a:r>
            <a:endParaRPr lang="zh-CN" altLang="en-US" b="1">
              <a:solidFill>
                <a:srgbClr val="0369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任意多边形 22"/>
          <p:cNvSpPr/>
          <p:nvPr>
            <p:custDataLst>
              <p:tags r:id="rId10"/>
            </p:custDataLst>
          </p:nvPr>
        </p:nvSpPr>
        <p:spPr>
          <a:xfrm>
            <a:off x="6609080" y="4853305"/>
            <a:ext cx="4723130" cy="1468755"/>
          </a:xfrm>
          <a:custGeom>
            <a:avLst/>
            <a:gdLst>
              <a:gd name="sw" fmla="*/ 1 w 4890"/>
              <a:gd name="sh" fmla="*/ 1 h 2842"/>
              <a:gd name="mins" fmla="min sw sh"/>
              <a:gd name="dsw" fmla="+- 0 sw mins"/>
              <a:gd name="dsh" fmla="+- 0 sh mins"/>
              <a:gd name="p0x0" fmla="*/ 120 w 4890"/>
              <a:gd name="p0y0" fmla="*/ 0 h 2842"/>
              <a:gd name="p0x1" fmla="*/ 4770 w 4890"/>
              <a:gd name="p0y1" fmla="*/ 0 h 2842"/>
              <a:gd name="p0x2" fmla="*/ 4836 w 4890"/>
              <a:gd name="p0y2" fmla="*/ 0 h 2842"/>
              <a:gd name="p0x3" fmla="*/ 4890 w 4890"/>
              <a:gd name="p0y3" fmla="*/ 53 h 2842"/>
              <a:gd name="p0x4" fmla="*/ 4890 w 4890"/>
              <a:gd name="p0y4" fmla="*/ 120 h 2842"/>
              <a:gd name="p0x5" fmla="*/ 4890 w 4890"/>
              <a:gd name="p0y5" fmla="*/ 2722 h 2842"/>
              <a:gd name="p0x6" fmla="*/ 4890 w 4890"/>
              <a:gd name="p0y6" fmla="*/ 2789 h 2842"/>
              <a:gd name="p0x7" fmla="*/ 4836 w 4890"/>
              <a:gd name="p0y7" fmla="*/ 2842 h 2842"/>
              <a:gd name="p0x8" fmla="*/ 4770 w 4890"/>
              <a:gd name="p0y8" fmla="*/ 2842 h 2842"/>
              <a:gd name="p0x9" fmla="*/ 120 w 4890"/>
              <a:gd name="p0y9" fmla="*/ 2842 h 2842"/>
              <a:gd name="p0x10" fmla="*/ 53 w 4890"/>
              <a:gd name="p0y10" fmla="*/ 2842 h 2842"/>
              <a:gd name="p0x11" fmla="*/ 0 w 4890"/>
              <a:gd name="p0y11" fmla="*/ 2789 h 2842"/>
              <a:gd name="p0x12" fmla="*/ 0 w 4890"/>
              <a:gd name="p0y12" fmla="*/ 2722 h 2842"/>
              <a:gd name="p0x13" fmla="*/ 0 w 4890"/>
              <a:gd name="p0y13" fmla="*/ 120 h 2842"/>
              <a:gd name="p0x14" fmla="*/ 0 w 4890"/>
              <a:gd name="p0y14" fmla="*/ 53 h 2842"/>
              <a:gd name="p0x15" fmla="*/ 53 w 4890"/>
              <a:gd name="p0y15" fmla="*/ 0 h 2842"/>
              <a:gd name="p0x16" fmla="*/ 120 w 4890"/>
              <a:gd name="p0y16" fmla="*/ 0 h 284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1"/>
          </a:solidFill>
          <a:ln w="9525" cmpd="sng">
            <a:solidFill>
              <a:srgbClr val="E2E8F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11"/>
            </p:custDataLst>
          </p:nvPr>
        </p:nvSpPr>
        <p:spPr>
          <a:xfrm>
            <a:off x="6753860" y="5110480"/>
            <a:ext cx="2790825" cy="2333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altLang="zh-CN" b="1">
                <a:solidFill>
                  <a:srgbClr val="0369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</a:t>
            </a:r>
            <a:r>
              <a:rPr lang="en-US" altLang="zh-CN" b="1" baseline="-25000">
                <a:solidFill>
                  <a:srgbClr val="0369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</a:t>
            </a:r>
            <a:r>
              <a:rPr lang="zh-CN" altLang="en-US" b="1">
                <a:solidFill>
                  <a:srgbClr val="0369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zh-CN" altLang="en-US" b="1">
                <a:solidFill>
                  <a:srgbClr val="0369A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表达式</a:t>
            </a:r>
            <a:endParaRPr lang="zh-CN" altLang="en-US" b="1">
              <a:solidFill>
                <a:srgbClr val="0369A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05675" y="3729990"/>
            <a:ext cx="2762250" cy="737870"/>
          </a:xfrm>
          <a:prstGeom prst="rect">
            <a:avLst/>
          </a:prstGeom>
        </p:spPr>
      </p:pic>
      <p:pic>
        <p:nvPicPr>
          <p:cNvPr id="27" name="图片 2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14640" y="5477510"/>
            <a:ext cx="1762125" cy="760095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100965" y="1162050"/>
            <a:ext cx="5861050" cy="5399405"/>
          </a:xfrm>
          <a:prstGeom prst="rect">
            <a:avLst/>
          </a:prstGeom>
          <a:blipFill rotWithShape="1">
            <a:blip r:embed="rId1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982325" y="0"/>
            <a:ext cx="1172845" cy="1106805"/>
          </a:xfrm>
          <a:prstGeom prst="rect">
            <a:avLst/>
          </a:prstGeom>
        </p:spPr>
      </p:pic>
      <p:sp>
        <p:nvSpPr>
          <p:cNvPr id="35" name="文本框 34"/>
          <p:cNvSpPr txBox="1"/>
          <p:nvPr/>
        </p:nvSpPr>
        <p:spPr>
          <a:xfrm>
            <a:off x="577850" y="6561455"/>
            <a:ext cx="41922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</a:t>
            </a: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</a:t>
            </a:r>
            <a:r>
              <a:rPr lang="zh-CN" altLang="en-US"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单一频率下的理论振荡图像（归一化</a:t>
            </a:r>
            <a:r>
              <a:rPr lang="zh-CN" altLang="en-US"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后）</a:t>
            </a:r>
            <a:endParaRPr lang="zh-CN" altLang="en-US" sz="12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16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457200" y="409575"/>
            <a:ext cx="4200525" cy="571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30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温度阻尼因子</a:t>
            </a:r>
            <a:r>
              <a:rPr lang="en-US" altLang="zh-CN" sz="30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</a:t>
            </a:r>
            <a:r>
              <a:rPr lang="en-US" altLang="zh-CN" sz="3000" b="1" baseline="-25000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</a:t>
            </a:r>
            <a:endParaRPr lang="en-US" altLang="zh-CN" sz="3000" b="1" baseline="-25000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61645" y="1166495"/>
            <a:ext cx="3419475" cy="5229225"/>
          </a:xfrm>
          <a:custGeom>
            <a:avLst/>
            <a:gdLst>
              <a:gd name="sw" fmla="*/ 1 w 5385"/>
              <a:gd name="sh" fmla="*/ 1 h 8235"/>
              <a:gd name="mins" fmla="min sw sh"/>
              <a:gd name="dsw" fmla="+- 0 sw mins"/>
              <a:gd name="dsh" fmla="+- 0 sh mins"/>
              <a:gd name="p0x0" fmla="*/ 240 w 5385"/>
              <a:gd name="p0y0" fmla="*/ 0 h 8235"/>
              <a:gd name="p0x1" fmla="*/ 5145 w 5385"/>
              <a:gd name="p0y1" fmla="*/ 0 h 8235"/>
              <a:gd name="p0x2" fmla="*/ 5277 w 5385"/>
              <a:gd name="p0y2" fmla="*/ 0 h 8235"/>
              <a:gd name="p0x3" fmla="*/ 5385 w 5385"/>
              <a:gd name="p0y3" fmla="*/ 107 h 8235"/>
              <a:gd name="p0x4" fmla="*/ 5385 w 5385"/>
              <a:gd name="p0y4" fmla="*/ 240 h 8235"/>
              <a:gd name="p0x5" fmla="*/ 5385 w 5385"/>
              <a:gd name="p0y5" fmla="*/ 7995 h 8235"/>
              <a:gd name="p0x6" fmla="*/ 5385 w 5385"/>
              <a:gd name="p0y6" fmla="*/ 8127 h 8235"/>
              <a:gd name="p0x7" fmla="*/ 5277 w 5385"/>
              <a:gd name="p0y7" fmla="*/ 8235 h 8235"/>
              <a:gd name="p0x8" fmla="*/ 5145 w 5385"/>
              <a:gd name="p0y8" fmla="*/ 8235 h 8235"/>
              <a:gd name="p0x9" fmla="*/ 240 w 5385"/>
              <a:gd name="p0y9" fmla="*/ 8235 h 8235"/>
              <a:gd name="p0x10" fmla="*/ 107 w 5385"/>
              <a:gd name="p0y10" fmla="*/ 8235 h 8235"/>
              <a:gd name="p0x11" fmla="*/ 0 w 5385"/>
              <a:gd name="p0y11" fmla="*/ 8127 h 8235"/>
              <a:gd name="p0x12" fmla="*/ 0 w 5385"/>
              <a:gd name="p0y12" fmla="*/ 7995 h 8235"/>
              <a:gd name="p0x13" fmla="*/ 0 w 5385"/>
              <a:gd name="p0y13" fmla="*/ 240 h 8235"/>
              <a:gd name="p0x14" fmla="*/ 0 w 5385"/>
              <a:gd name="p0y14" fmla="*/ 107 h 8235"/>
              <a:gd name="p0x15" fmla="*/ 107 w 5385"/>
              <a:gd name="p0y15" fmla="*/ 0 h 8235"/>
              <a:gd name="p0x16" fmla="*/ 240 w 5385"/>
              <a:gd name="p0y16" fmla="*/ 0 h 82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1F5F9"/>
          </a:solidFill>
          <a:ln w="9525" cmpd="sng">
            <a:solidFill>
              <a:srgbClr val="E2E8F0"/>
            </a:solidFill>
            <a:prstDash val="solid"/>
          </a:ln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466725" y="1171575"/>
            <a:ext cx="3409950" cy="1524000"/>
          </a:xfrm>
          <a:custGeom>
            <a:avLst/>
            <a:gdLst>
              <a:gd name="sw" fmla="*/ 1 w 5370"/>
              <a:gd name="sh" fmla="*/ 1 h 2400"/>
              <a:gd name="mins" fmla="min sw sh"/>
              <a:gd name="dsw" fmla="+- 0 sw mins"/>
              <a:gd name="dsh" fmla="+- 0 sh mins"/>
              <a:gd name="p0x0" fmla="*/ 240 w 5370"/>
              <a:gd name="p0y0" fmla="*/ 0 h 2400"/>
              <a:gd name="p0x1" fmla="*/ 5130 w 5370"/>
              <a:gd name="p0y1" fmla="*/ 0 h 2400"/>
              <a:gd name="p0x2" fmla="*/ 5262 w 5370"/>
              <a:gd name="p0y2" fmla="*/ 0 h 2400"/>
              <a:gd name="p0x3" fmla="*/ 5370 w 5370"/>
              <a:gd name="p0y3" fmla="*/ 107 h 2400"/>
              <a:gd name="p0x4" fmla="*/ 5370 w 5370"/>
              <a:gd name="p0y4" fmla="*/ 240 h 2400"/>
              <a:gd name="p0x5" fmla="*/ 5370 w 5370"/>
              <a:gd name="p0y5" fmla="*/ 2400 h 2400"/>
              <a:gd name="p0x6" fmla="*/ 0 w 5370"/>
              <a:gd name="p0y6" fmla="*/ 2400 h 2400"/>
              <a:gd name="p0x7" fmla="*/ 0 w 5370"/>
              <a:gd name="p0y7" fmla="*/ 240 h 2400"/>
              <a:gd name="p0x8" fmla="*/ 0 w 5370"/>
              <a:gd name="p0y8" fmla="*/ 107 h 2400"/>
              <a:gd name="p0x9" fmla="*/ 107 w 5370"/>
              <a:gd name="p0y9" fmla="*/ 0 h 2400"/>
              <a:gd name="p0x10" fmla="*/ 240 w 5370"/>
              <a:gd name="p0y10" fmla="*/ 0 h 24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lnTo>
                  <a:pt x="p0x6" y="p0y6"/>
                </a:lnTo>
                <a:lnTo>
                  <a:pt x="p0x7" y="p0y7"/>
                </a:lnTo>
                <a:cubicBezTo>
                  <a:pt x="p0x8" y="p0y8"/>
                  <a:pt x="p0x9" y="p0y9"/>
                  <a:pt x="p0x10" y="p0y10"/>
                </a:cubicBezTo>
                <a:close/>
              </a:path>
            </a:pathLst>
          </a:custGeom>
          <a:solidFill>
            <a:srgbClr val="0F172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-1786" b="-1786"/>
          <a:stretch>
            <a:fillRect/>
          </a:stretch>
        </p:blipFill>
        <p:spPr>
          <a:xfrm>
            <a:off x="1905000" y="1352550"/>
            <a:ext cx="533400" cy="55245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1438275" y="1971675"/>
            <a:ext cx="1466850" cy="3048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温度阻尼因子</a:t>
            </a:r>
            <a:endParaRPr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69" name="组合 68"/>
          <p:cNvGrpSpPr/>
          <p:nvPr/>
        </p:nvGrpSpPr>
        <p:grpSpPr>
          <a:xfrm>
            <a:off x="695325" y="2924175"/>
            <a:ext cx="2952750" cy="1409065"/>
            <a:chOff x="1095" y="4605"/>
            <a:chExt cx="4650" cy="1860"/>
          </a:xfrm>
        </p:grpSpPr>
        <p:sp>
          <p:nvSpPr>
            <p:cNvPr id="9" name="任意多边形 8"/>
            <p:cNvSpPr/>
            <p:nvPr>
              <p:custDataLst>
                <p:tags r:id="rId9"/>
              </p:custDataLst>
            </p:nvPr>
          </p:nvSpPr>
          <p:spPr>
            <a:xfrm>
              <a:off x="1095" y="4605"/>
              <a:ext cx="4650" cy="1860"/>
            </a:xfrm>
            <a:custGeom>
              <a:avLst/>
              <a:gdLst>
                <a:gd name="sw" fmla="*/ 1 w 4650"/>
                <a:gd name="sh" fmla="*/ 1 h 1860"/>
                <a:gd name="mins" fmla="min sw sh"/>
                <a:gd name="dsw" fmla="+- 0 sw mins"/>
                <a:gd name="dsh" fmla="+- 0 sh mins"/>
                <a:gd name="p0x0" fmla="*/ 0 w 4650"/>
                <a:gd name="p0y0" fmla="*/ 0 h 1860"/>
                <a:gd name="p0x1" fmla="*/ 4530 w 4650"/>
                <a:gd name="p0y1" fmla="*/ 0 h 1860"/>
                <a:gd name="p0x2" fmla="*/ 4596 w 4650"/>
                <a:gd name="p0y2" fmla="*/ 0 h 1860"/>
                <a:gd name="p0x3" fmla="*/ 4650 w 4650"/>
                <a:gd name="p0y3" fmla="*/ 53 h 1860"/>
                <a:gd name="p0x4" fmla="*/ 4650 w 4650"/>
                <a:gd name="p0y4" fmla="*/ 120 h 1860"/>
                <a:gd name="p0x5" fmla="*/ 4650 w 4650"/>
                <a:gd name="p0y5" fmla="*/ 1740 h 1860"/>
                <a:gd name="p0x6" fmla="*/ 4650 w 4650"/>
                <a:gd name="p0y6" fmla="*/ 1806 h 1860"/>
                <a:gd name="p0x7" fmla="*/ 4596 w 4650"/>
                <a:gd name="p0y7" fmla="*/ 1860 h 1860"/>
                <a:gd name="p0x8" fmla="*/ 4530 w 4650"/>
                <a:gd name="p0y8" fmla="*/ 1860 h 1860"/>
                <a:gd name="p0x9" fmla="*/ 0 w 4650"/>
                <a:gd name="p0y9" fmla="*/ 1860 h 1860"/>
                <a:gd name="p0x10" fmla="*/ 0 w 4650"/>
                <a:gd name="p0y10" fmla="*/ 0 h 186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lnTo>
                    <a:pt x="p0x10" y="p0y10"/>
                  </a:lnTo>
                  <a:close/>
                </a:path>
              </a:pathLst>
            </a:custGeom>
            <a:solidFill>
              <a:srgbClr val="F8FAFC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任意多边形 9"/>
            <p:cNvSpPr/>
            <p:nvPr>
              <p:custDataLst>
                <p:tags r:id="rId10"/>
              </p:custDataLst>
            </p:nvPr>
          </p:nvSpPr>
          <p:spPr>
            <a:xfrm>
              <a:off x="1095" y="4605"/>
              <a:ext cx="75" cy="1860"/>
            </a:xfrm>
            <a:custGeom>
              <a:avLst/>
              <a:gdLst>
                <a:gd name="sw" fmla="*/ 1 w 75"/>
                <a:gd name="sh" fmla="*/ 1 h 1860"/>
                <a:gd name="mins" fmla="min sw sh"/>
                <a:gd name="dsw" fmla="+- 0 sw mins"/>
                <a:gd name="dsh" fmla="+- 0 sh mins"/>
                <a:gd name="p0x0" fmla="*/ 0 w 75"/>
                <a:gd name="p0y0" fmla="*/ 1860 h 1860"/>
                <a:gd name="p0x1" fmla="*/ 0 w 75"/>
                <a:gd name="p0y1" fmla="*/ 0 h 1860"/>
                <a:gd name="p0x2" fmla="*/ 75 w 75"/>
                <a:gd name="p0y2" fmla="*/ 0 h 1860"/>
                <a:gd name="p0x3" fmla="*/ 75 w 75"/>
                <a:gd name="p0y3" fmla="*/ 1860 h 1860"/>
                <a:gd name="p0x4" fmla="*/ 0 w 75"/>
                <a:gd name="p0y4" fmla="*/ 1860 h 186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914400" y="3038475"/>
            <a:ext cx="2562225" cy="15951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sz="1600" b="1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物理</a:t>
            </a:r>
            <a:r>
              <a:rPr lang="zh-CN" sz="1600" b="1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本质</a:t>
            </a:r>
            <a:r>
              <a:rPr sz="1600" b="1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lang="zh-CN" altLang="en-US" sz="1600">
                <a:sym typeface="+mn-ea"/>
              </a:rPr>
              <a:t>费米面展宽导致电子回旋运动相位不一致，是SdH振荡振幅随温度变化的核心原因。</a:t>
            </a:r>
            <a:endParaRPr lang="zh-CN" altLang="en-US" sz="1600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-2381" t="-12593" r="-2381" b="-12593"/>
          <a:stretch>
            <a:fillRect/>
          </a:stretch>
        </p:blipFill>
        <p:spPr>
          <a:xfrm>
            <a:off x="4076700" y="1204595"/>
            <a:ext cx="209550" cy="214630"/>
          </a:xfrm>
          <a:prstGeom prst="rect">
            <a:avLst/>
          </a:prstGeom>
        </p:spPr>
      </p:pic>
      <p:sp>
        <p:nvSpPr>
          <p:cNvPr id="24" name="文本框 23"/>
          <p:cNvSpPr txBox="1"/>
          <p:nvPr>
            <p:custDataLst>
              <p:tags r:id="rId15"/>
            </p:custDataLst>
          </p:nvPr>
        </p:nvSpPr>
        <p:spPr>
          <a:xfrm>
            <a:off x="4400550" y="1162050"/>
            <a:ext cx="2095500" cy="3048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物理机制与实验应用</a:t>
            </a:r>
            <a:endParaRPr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16"/>
            </p:custDataLst>
          </p:nvPr>
        </p:nvSpPr>
        <p:spPr>
          <a:xfrm>
            <a:off x="1126331" y="2314575"/>
            <a:ext cx="2090738" cy="190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sz="1050">
                <a:solidFill>
                  <a:srgbClr val="94A3B8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Temperature Damping Factor</a:t>
            </a:r>
            <a:endParaRPr sz="1050">
              <a:solidFill>
                <a:srgbClr val="94A3B8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70" name="组合 69"/>
          <p:cNvGrpSpPr/>
          <p:nvPr/>
        </p:nvGrpSpPr>
        <p:grpSpPr>
          <a:xfrm>
            <a:off x="4076700" y="1619250"/>
            <a:ext cx="3733800" cy="2294890"/>
            <a:chOff x="6420" y="2550"/>
            <a:chExt cx="5880" cy="3614"/>
          </a:xfrm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grpSpPr>
        <p:sp>
          <p:nvSpPr>
            <p:cNvPr id="25" name="任意多边形 24"/>
            <p:cNvSpPr/>
            <p:nvPr>
              <p:custDataLst>
                <p:tags r:id="rId17"/>
              </p:custDataLst>
            </p:nvPr>
          </p:nvSpPr>
          <p:spPr>
            <a:xfrm>
              <a:off x="6420" y="2550"/>
              <a:ext cx="5880" cy="3615"/>
            </a:xfrm>
            <a:custGeom>
              <a:avLst/>
              <a:gdLst>
                <a:gd name="sw" fmla="*/ 1 w 5880"/>
                <a:gd name="sh" fmla="*/ 1 h 3615"/>
                <a:gd name="mins" fmla="min sw sh"/>
                <a:gd name="dsw" fmla="+- 0 sw mins"/>
                <a:gd name="dsh" fmla="+- 0 sh mins"/>
                <a:gd name="p0x0" fmla="*/ 240 w 5880"/>
                <a:gd name="p0y0" fmla="*/ 0 h 3615"/>
                <a:gd name="p0x1" fmla="*/ 5640 w 5880"/>
                <a:gd name="p0y1" fmla="*/ 0 h 3615"/>
                <a:gd name="p0x2" fmla="*/ 5772 w 5880"/>
                <a:gd name="p0y2" fmla="*/ 0 h 3615"/>
                <a:gd name="p0x3" fmla="*/ 5880 w 5880"/>
                <a:gd name="p0y3" fmla="*/ 107 h 3615"/>
                <a:gd name="p0x4" fmla="*/ 5880 w 5880"/>
                <a:gd name="p0y4" fmla="*/ 240 h 3615"/>
                <a:gd name="p0x5" fmla="*/ 5880 w 5880"/>
                <a:gd name="p0y5" fmla="*/ 3375 h 3615"/>
                <a:gd name="p0x6" fmla="*/ 5880 w 5880"/>
                <a:gd name="p0y6" fmla="*/ 3507 h 3615"/>
                <a:gd name="p0x7" fmla="*/ 5772 w 5880"/>
                <a:gd name="p0y7" fmla="*/ 3615 h 3615"/>
                <a:gd name="p0x8" fmla="*/ 5640 w 5880"/>
                <a:gd name="p0y8" fmla="*/ 3615 h 3615"/>
                <a:gd name="p0x9" fmla="*/ 240 w 5880"/>
                <a:gd name="p0y9" fmla="*/ 3615 h 3615"/>
                <a:gd name="p0x10" fmla="*/ 107 w 5880"/>
                <a:gd name="p0y10" fmla="*/ 3615 h 3615"/>
                <a:gd name="p0x11" fmla="*/ 0 w 5880"/>
                <a:gd name="p0y11" fmla="*/ 3507 h 3615"/>
                <a:gd name="p0x12" fmla="*/ 0 w 5880"/>
                <a:gd name="p0y12" fmla="*/ 3375 h 3615"/>
                <a:gd name="p0x13" fmla="*/ 0 w 5880"/>
                <a:gd name="p0y13" fmla="*/ 240 h 3615"/>
                <a:gd name="p0x14" fmla="*/ 0 w 5880"/>
                <a:gd name="p0y14" fmla="*/ 107 h 3615"/>
                <a:gd name="p0x15" fmla="*/ 107 w 5880"/>
                <a:gd name="p0y15" fmla="*/ 0 h 3615"/>
                <a:gd name="p0x16" fmla="*/ 240 w 5880"/>
                <a:gd name="p0y16" fmla="*/ 0 h 36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" name="任意多边形 25"/>
            <p:cNvSpPr/>
            <p:nvPr>
              <p:custDataLst>
                <p:tags r:id="rId18"/>
              </p:custDataLst>
            </p:nvPr>
          </p:nvSpPr>
          <p:spPr>
            <a:xfrm>
              <a:off x="6490" y="2550"/>
              <a:ext cx="5739" cy="80"/>
            </a:xfrm>
            <a:custGeom>
              <a:avLst/>
              <a:gdLst>
                <a:gd name="sw" fmla="*/ 1 w 5739"/>
                <a:gd name="sh" fmla="*/ 1 h 80"/>
                <a:gd name="mins" fmla="min sw sh"/>
                <a:gd name="dsw" fmla="+- 0 sw mins"/>
                <a:gd name="dsh" fmla="+- 0 sh mins"/>
                <a:gd name="p0x0" fmla="*/ 169 w 5739"/>
                <a:gd name="p0y0" fmla="*/ 0 h 80"/>
                <a:gd name="p0x1" fmla="*/ 5569 w 5739"/>
                <a:gd name="p0y1" fmla="*/ 0 h 80"/>
                <a:gd name="p0x2" fmla="*/ 5635 w 5739"/>
                <a:gd name="p0y2" fmla="*/ 0 h 80"/>
                <a:gd name="p0x3" fmla="*/ 5695 w 5739"/>
                <a:gd name="p0y3" fmla="*/ 26 h 80"/>
                <a:gd name="p0x4" fmla="*/ 5739 w 5739"/>
                <a:gd name="p0y4" fmla="*/ 70 h 80"/>
                <a:gd name="p0x5" fmla="*/ 5728 w 5739"/>
                <a:gd name="p0y5" fmla="*/ 80 h 80"/>
                <a:gd name="p0x6" fmla="*/ 5728 w 5739"/>
                <a:gd name="p0y6" fmla="*/ 80 h 80"/>
                <a:gd name="p0x7" fmla="*/ 5688 w 5739"/>
                <a:gd name="p0y7" fmla="*/ 40 h 80"/>
                <a:gd name="p0x8" fmla="*/ 5631 w 5739"/>
                <a:gd name="p0y8" fmla="*/ 15 h 80"/>
                <a:gd name="p0x9" fmla="*/ 5569 w 5739"/>
                <a:gd name="p0y9" fmla="*/ 15 h 80"/>
                <a:gd name="p0x10" fmla="*/ 169 w 5739"/>
                <a:gd name="p0y10" fmla="*/ 15 h 80"/>
                <a:gd name="p0x11" fmla="*/ 107 w 5739"/>
                <a:gd name="p0y11" fmla="*/ 15 h 80"/>
                <a:gd name="p0x12" fmla="*/ 51 w 5739"/>
                <a:gd name="p0y12" fmla="*/ 40 h 80"/>
                <a:gd name="p0x13" fmla="*/ 10 w 5739"/>
                <a:gd name="p0y13" fmla="*/ 80 h 80"/>
                <a:gd name="p0x14" fmla="*/ 0 w 5739"/>
                <a:gd name="p0y14" fmla="*/ 70 h 80"/>
                <a:gd name="p0x15" fmla="*/ 43 w 5739"/>
                <a:gd name="p0y15" fmla="*/ 26 h 80"/>
                <a:gd name="p0x16" fmla="*/ 103 w 5739"/>
                <a:gd name="p0y16" fmla="*/ 0 h 80"/>
                <a:gd name="p0x17" fmla="*/ 169 w 5739"/>
                <a:gd name="p0y17" fmla="*/ 0 h 8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7" name="任意多边形 26"/>
            <p:cNvSpPr/>
            <p:nvPr>
              <p:custDataLst>
                <p:tags r:id="rId19"/>
              </p:custDataLst>
            </p:nvPr>
          </p:nvSpPr>
          <p:spPr>
            <a:xfrm>
              <a:off x="12219" y="2620"/>
              <a:ext cx="81" cy="3474"/>
            </a:xfrm>
            <a:custGeom>
              <a:avLst/>
              <a:gdLst>
                <a:gd name="sw" fmla="*/ 1 w 80"/>
                <a:gd name="sh" fmla="*/ 1 h 3474"/>
                <a:gd name="mins" fmla="min sw sh"/>
                <a:gd name="dsw" fmla="+- 0 sw mins"/>
                <a:gd name="dsh" fmla="+- 0 sh mins"/>
                <a:gd name="p0x0" fmla="*/ 80 w 80"/>
                <a:gd name="p0y0" fmla="*/ 169 h 3474"/>
                <a:gd name="p0x1" fmla="*/ 80 w 80"/>
                <a:gd name="p0y1" fmla="*/ 3304 h 3474"/>
                <a:gd name="p0x2" fmla="*/ 80 w 80"/>
                <a:gd name="p0y2" fmla="*/ 3370 h 3474"/>
                <a:gd name="p0x3" fmla="*/ 54 w 80"/>
                <a:gd name="p0y3" fmla="*/ 3430 h 3474"/>
                <a:gd name="p0x4" fmla="*/ 10 w 80"/>
                <a:gd name="p0y4" fmla="*/ 3474 h 3474"/>
                <a:gd name="p0x5" fmla="*/ 0 w 80"/>
                <a:gd name="p0y5" fmla="*/ 3463 h 3474"/>
                <a:gd name="p0x6" fmla="*/ 40 w 80"/>
                <a:gd name="p0y6" fmla="*/ 3423 h 3474"/>
                <a:gd name="p0x7" fmla="*/ 65 w 80"/>
                <a:gd name="p0y7" fmla="*/ 3366 h 3474"/>
                <a:gd name="p0x8" fmla="*/ 65 w 80"/>
                <a:gd name="p0y8" fmla="*/ 3304 h 3474"/>
                <a:gd name="p0x9" fmla="*/ 65 w 80"/>
                <a:gd name="p0y9" fmla="*/ 169 h 3474"/>
                <a:gd name="p0x10" fmla="*/ 65 w 80"/>
                <a:gd name="p0y10" fmla="*/ 107 h 3474"/>
                <a:gd name="p0x11" fmla="*/ 40 w 80"/>
                <a:gd name="p0y11" fmla="*/ 51 h 3474"/>
                <a:gd name="p0x12" fmla="*/ 0 w 80"/>
                <a:gd name="p0y12" fmla="*/ 10 h 3474"/>
                <a:gd name="p0x13" fmla="*/ 10 w 80"/>
                <a:gd name="p0y13" fmla="*/ 0 h 3474"/>
                <a:gd name="p0x14" fmla="*/ 10 w 80"/>
                <a:gd name="p0y14" fmla="*/ 0 h 3474"/>
                <a:gd name="p0x15" fmla="*/ 54 w 80"/>
                <a:gd name="p0y15" fmla="*/ 43 h 3474"/>
                <a:gd name="p0x16" fmla="*/ 80 w 80"/>
                <a:gd name="p0y16" fmla="*/ 103 h 3474"/>
                <a:gd name="p0x17" fmla="*/ 80 w 80"/>
                <a:gd name="p0y17" fmla="*/ 169 h 3474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8" name="任意多边形 27"/>
            <p:cNvSpPr/>
            <p:nvPr>
              <p:custDataLst>
                <p:tags r:id="rId20"/>
              </p:custDataLst>
            </p:nvPr>
          </p:nvSpPr>
          <p:spPr>
            <a:xfrm>
              <a:off x="6490" y="6084"/>
              <a:ext cx="5739" cy="81"/>
            </a:xfrm>
            <a:custGeom>
              <a:avLst/>
              <a:gdLst>
                <a:gd name="sw" fmla="*/ 1 w 5739"/>
                <a:gd name="sh" fmla="*/ 1 h 80"/>
                <a:gd name="mins" fmla="min sw sh"/>
                <a:gd name="dsw" fmla="+- 0 sw mins"/>
                <a:gd name="dsh" fmla="+- 0 sh mins"/>
                <a:gd name="p0x0" fmla="*/ 5569 w 5739"/>
                <a:gd name="p0y0" fmla="*/ 80 h 80"/>
                <a:gd name="p0x1" fmla="*/ 169 w 5739"/>
                <a:gd name="p0y1" fmla="*/ 80 h 80"/>
                <a:gd name="p0x2" fmla="*/ 103 w 5739"/>
                <a:gd name="p0y2" fmla="*/ 80 h 80"/>
                <a:gd name="p0x3" fmla="*/ 43 w 5739"/>
                <a:gd name="p0y3" fmla="*/ 54 h 80"/>
                <a:gd name="p0x4" fmla="*/ 0 w 5739"/>
                <a:gd name="p0y4" fmla="*/ 10 h 80"/>
                <a:gd name="p0x5" fmla="*/ 10 w 5739"/>
                <a:gd name="p0y5" fmla="*/ 0 h 80"/>
                <a:gd name="p0x6" fmla="*/ 51 w 5739"/>
                <a:gd name="p0y6" fmla="*/ 40 h 80"/>
                <a:gd name="p0x7" fmla="*/ 107 w 5739"/>
                <a:gd name="p0y7" fmla="*/ 65 h 80"/>
                <a:gd name="p0x8" fmla="*/ 169 w 5739"/>
                <a:gd name="p0y8" fmla="*/ 65 h 80"/>
                <a:gd name="p0x9" fmla="*/ 5569 w 5739"/>
                <a:gd name="p0y9" fmla="*/ 65 h 80"/>
                <a:gd name="p0x10" fmla="*/ 5631 w 5739"/>
                <a:gd name="p0y10" fmla="*/ 65 h 80"/>
                <a:gd name="p0x11" fmla="*/ 5688 w 5739"/>
                <a:gd name="p0y11" fmla="*/ 40 h 80"/>
                <a:gd name="p0x12" fmla="*/ 5728 w 5739"/>
                <a:gd name="p0y12" fmla="*/ 0 h 80"/>
                <a:gd name="p0x13" fmla="*/ 5739 w 5739"/>
                <a:gd name="p0y13" fmla="*/ 10 h 80"/>
                <a:gd name="p0x14" fmla="*/ 5695 w 5739"/>
                <a:gd name="p0y14" fmla="*/ 54 h 80"/>
                <a:gd name="p0x15" fmla="*/ 5635 w 5739"/>
                <a:gd name="p0y15" fmla="*/ 80 h 80"/>
                <a:gd name="p0x16" fmla="*/ 5569 w 5739"/>
                <a:gd name="p0y16" fmla="*/ 80 h 8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任意多边形 28"/>
            <p:cNvSpPr/>
            <p:nvPr>
              <p:custDataLst>
                <p:tags r:id="rId21"/>
              </p:custDataLst>
            </p:nvPr>
          </p:nvSpPr>
          <p:spPr>
            <a:xfrm>
              <a:off x="6420" y="2620"/>
              <a:ext cx="80" cy="3474"/>
            </a:xfrm>
            <a:custGeom>
              <a:avLst/>
              <a:gdLst>
                <a:gd name="sw" fmla="*/ 1 w 80"/>
                <a:gd name="sh" fmla="*/ 1 h 3474"/>
                <a:gd name="mins" fmla="min sw sh"/>
                <a:gd name="dsw" fmla="+- 0 sw mins"/>
                <a:gd name="dsh" fmla="+- 0 sh mins"/>
                <a:gd name="p0x0" fmla="*/ 0 w 80"/>
                <a:gd name="p0y0" fmla="*/ 3304 h 3474"/>
                <a:gd name="p0x1" fmla="*/ 0 w 80"/>
                <a:gd name="p0y1" fmla="*/ 169 h 3474"/>
                <a:gd name="p0x2" fmla="*/ 0 w 80"/>
                <a:gd name="p0y2" fmla="*/ 103 h 3474"/>
                <a:gd name="p0x3" fmla="*/ 26 w 80"/>
                <a:gd name="p0y3" fmla="*/ 43 h 3474"/>
                <a:gd name="p0x4" fmla="*/ 70 w 80"/>
                <a:gd name="p0y4" fmla="*/ 0 h 3474"/>
                <a:gd name="p0x5" fmla="*/ 80 w 80"/>
                <a:gd name="p0y5" fmla="*/ 10 h 3474"/>
                <a:gd name="p0x6" fmla="*/ 40 w 80"/>
                <a:gd name="p0y6" fmla="*/ 51 h 3474"/>
                <a:gd name="p0x7" fmla="*/ 15 w 80"/>
                <a:gd name="p0y7" fmla="*/ 107 h 3474"/>
                <a:gd name="p0x8" fmla="*/ 15 w 80"/>
                <a:gd name="p0y8" fmla="*/ 169 h 3474"/>
                <a:gd name="p0x9" fmla="*/ 15 w 80"/>
                <a:gd name="p0y9" fmla="*/ 3304 h 3474"/>
                <a:gd name="p0x10" fmla="*/ 15 w 80"/>
                <a:gd name="p0y10" fmla="*/ 3366 h 3474"/>
                <a:gd name="p0x11" fmla="*/ 40 w 80"/>
                <a:gd name="p0y11" fmla="*/ 3423 h 3474"/>
                <a:gd name="p0x12" fmla="*/ 80 w 80"/>
                <a:gd name="p0y12" fmla="*/ 3463 h 3474"/>
                <a:gd name="p0x13" fmla="*/ 70 w 80"/>
                <a:gd name="p0y13" fmla="*/ 3474 h 3474"/>
                <a:gd name="p0x14" fmla="*/ 26 w 80"/>
                <a:gd name="p0y14" fmla="*/ 3430 h 3474"/>
                <a:gd name="p0x15" fmla="*/ 0 w 80"/>
                <a:gd name="p0y15" fmla="*/ 3370 h 3474"/>
                <a:gd name="p0x16" fmla="*/ 0 w 80"/>
                <a:gd name="p0y16" fmla="*/ 3304 h 3474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31" name="图片 30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rcRect l="-10000" t="-4253" r="-10000" b="-4253"/>
          <a:stretch>
            <a:fillRect/>
          </a:stretch>
        </p:blipFill>
        <p:spPr>
          <a:xfrm>
            <a:off x="4314825" y="1847850"/>
            <a:ext cx="285750" cy="299720"/>
          </a:xfrm>
          <a:prstGeom prst="rect">
            <a:avLst/>
          </a:prstGeom>
        </p:spPr>
      </p:pic>
      <p:sp>
        <p:nvSpPr>
          <p:cNvPr id="32" name="文本框 31"/>
          <p:cNvSpPr txBox="1"/>
          <p:nvPr>
            <p:custDataLst>
              <p:tags r:id="rId25"/>
            </p:custDataLst>
          </p:nvPr>
        </p:nvSpPr>
        <p:spPr>
          <a:xfrm>
            <a:off x="4794250" y="1853565"/>
            <a:ext cx="3257550" cy="2333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参数</a:t>
            </a:r>
            <a:r>
              <a:rPr 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依赖</a:t>
            </a:r>
            <a:endParaRPr lang="zh-CN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26"/>
            </p:custDataLst>
          </p:nvPr>
        </p:nvSpPr>
        <p:spPr>
          <a:xfrm>
            <a:off x="4286250" y="2276475"/>
            <a:ext cx="3257550" cy="12096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en-US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</a:t>
            </a:r>
            <a:r>
              <a:rPr lang="en-US" sz="1600" baseline="-250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</a:t>
            </a:r>
            <a:r>
              <a:rPr lang="zh-CN" altLang="en-US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中只有温度</a:t>
            </a:r>
            <a:r>
              <a:rPr lang="en-US" altLang="zh-CN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T,</a:t>
            </a:r>
            <a:r>
              <a:rPr lang="zh-CN" altLang="en-US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磁场</a:t>
            </a:r>
            <a:r>
              <a:rPr lang="en-US" altLang="zh-CN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B,</a:t>
            </a:r>
            <a:r>
              <a:rPr lang="zh-CN" altLang="en-US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有效质量</a:t>
            </a:r>
            <a:r>
              <a:rPr lang="en-US" altLang="zh-CN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m</a:t>
            </a:r>
            <a:r>
              <a:rPr lang="en-US" altLang="zh-CN" sz="1600" baseline="-250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</a:t>
            </a:r>
            <a:r>
              <a:rPr lang="zh-CN" altLang="en-US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三个变量</a:t>
            </a:r>
            <a:endParaRPr lang="zh-CN" altLang="en-US" sz="16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8001000" y="1619250"/>
            <a:ext cx="3733800" cy="2294890"/>
            <a:chOff x="12600" y="2550"/>
            <a:chExt cx="5880" cy="3614"/>
          </a:xfrm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grpSpPr>
        <p:sp>
          <p:nvSpPr>
            <p:cNvPr id="36" name="任意多边形 35"/>
            <p:cNvSpPr/>
            <p:nvPr>
              <p:custDataLst>
                <p:tags r:id="rId27"/>
              </p:custDataLst>
            </p:nvPr>
          </p:nvSpPr>
          <p:spPr>
            <a:xfrm>
              <a:off x="12600" y="2550"/>
              <a:ext cx="5880" cy="3615"/>
            </a:xfrm>
            <a:custGeom>
              <a:avLst/>
              <a:gdLst>
                <a:gd name="sw" fmla="*/ 1 w 5880"/>
                <a:gd name="sh" fmla="*/ 1 h 3615"/>
                <a:gd name="mins" fmla="min sw sh"/>
                <a:gd name="dsw" fmla="+- 0 sw mins"/>
                <a:gd name="dsh" fmla="+- 0 sh mins"/>
                <a:gd name="p0x0" fmla="*/ 240 w 5880"/>
                <a:gd name="p0y0" fmla="*/ 0 h 3615"/>
                <a:gd name="p0x1" fmla="*/ 5640 w 5880"/>
                <a:gd name="p0y1" fmla="*/ 0 h 3615"/>
                <a:gd name="p0x2" fmla="*/ 5772 w 5880"/>
                <a:gd name="p0y2" fmla="*/ 0 h 3615"/>
                <a:gd name="p0x3" fmla="*/ 5880 w 5880"/>
                <a:gd name="p0y3" fmla="*/ 107 h 3615"/>
                <a:gd name="p0x4" fmla="*/ 5880 w 5880"/>
                <a:gd name="p0y4" fmla="*/ 240 h 3615"/>
                <a:gd name="p0x5" fmla="*/ 5880 w 5880"/>
                <a:gd name="p0y5" fmla="*/ 3375 h 3615"/>
                <a:gd name="p0x6" fmla="*/ 5880 w 5880"/>
                <a:gd name="p0y6" fmla="*/ 3507 h 3615"/>
                <a:gd name="p0x7" fmla="*/ 5772 w 5880"/>
                <a:gd name="p0y7" fmla="*/ 3615 h 3615"/>
                <a:gd name="p0x8" fmla="*/ 5640 w 5880"/>
                <a:gd name="p0y8" fmla="*/ 3615 h 3615"/>
                <a:gd name="p0x9" fmla="*/ 240 w 5880"/>
                <a:gd name="p0y9" fmla="*/ 3615 h 3615"/>
                <a:gd name="p0x10" fmla="*/ 107 w 5880"/>
                <a:gd name="p0y10" fmla="*/ 3615 h 3615"/>
                <a:gd name="p0x11" fmla="*/ 0 w 5880"/>
                <a:gd name="p0y11" fmla="*/ 3507 h 3615"/>
                <a:gd name="p0x12" fmla="*/ 0 w 5880"/>
                <a:gd name="p0y12" fmla="*/ 3375 h 3615"/>
                <a:gd name="p0x13" fmla="*/ 0 w 5880"/>
                <a:gd name="p0y13" fmla="*/ 240 h 3615"/>
                <a:gd name="p0x14" fmla="*/ 0 w 5880"/>
                <a:gd name="p0y14" fmla="*/ 107 h 3615"/>
                <a:gd name="p0x15" fmla="*/ 107 w 5880"/>
                <a:gd name="p0y15" fmla="*/ 0 h 3615"/>
                <a:gd name="p0x16" fmla="*/ 240 w 5880"/>
                <a:gd name="p0y16" fmla="*/ 0 h 36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7" name="任意多边形 36"/>
            <p:cNvSpPr/>
            <p:nvPr>
              <p:custDataLst>
                <p:tags r:id="rId28"/>
              </p:custDataLst>
            </p:nvPr>
          </p:nvSpPr>
          <p:spPr>
            <a:xfrm>
              <a:off x="12670" y="2550"/>
              <a:ext cx="5739" cy="80"/>
            </a:xfrm>
            <a:custGeom>
              <a:avLst/>
              <a:gdLst>
                <a:gd name="sw" fmla="*/ 1 w 5739"/>
                <a:gd name="sh" fmla="*/ 1 h 80"/>
                <a:gd name="mins" fmla="min sw sh"/>
                <a:gd name="dsw" fmla="+- 0 sw mins"/>
                <a:gd name="dsh" fmla="+- 0 sh mins"/>
                <a:gd name="p0x0" fmla="*/ 169 w 5739"/>
                <a:gd name="p0y0" fmla="*/ 0 h 80"/>
                <a:gd name="p0x1" fmla="*/ 5569 w 5739"/>
                <a:gd name="p0y1" fmla="*/ 0 h 80"/>
                <a:gd name="p0x2" fmla="*/ 5635 w 5739"/>
                <a:gd name="p0y2" fmla="*/ 0 h 80"/>
                <a:gd name="p0x3" fmla="*/ 5695 w 5739"/>
                <a:gd name="p0y3" fmla="*/ 26 h 80"/>
                <a:gd name="p0x4" fmla="*/ 5739 w 5739"/>
                <a:gd name="p0y4" fmla="*/ 70 h 80"/>
                <a:gd name="p0x5" fmla="*/ 5728 w 5739"/>
                <a:gd name="p0y5" fmla="*/ 80 h 80"/>
                <a:gd name="p0x6" fmla="*/ 5728 w 5739"/>
                <a:gd name="p0y6" fmla="*/ 80 h 80"/>
                <a:gd name="p0x7" fmla="*/ 5688 w 5739"/>
                <a:gd name="p0y7" fmla="*/ 40 h 80"/>
                <a:gd name="p0x8" fmla="*/ 5631 w 5739"/>
                <a:gd name="p0y8" fmla="*/ 15 h 80"/>
                <a:gd name="p0x9" fmla="*/ 5569 w 5739"/>
                <a:gd name="p0y9" fmla="*/ 15 h 80"/>
                <a:gd name="p0x10" fmla="*/ 169 w 5739"/>
                <a:gd name="p0y10" fmla="*/ 15 h 80"/>
                <a:gd name="p0x11" fmla="*/ 107 w 5739"/>
                <a:gd name="p0y11" fmla="*/ 15 h 80"/>
                <a:gd name="p0x12" fmla="*/ 51 w 5739"/>
                <a:gd name="p0y12" fmla="*/ 40 h 80"/>
                <a:gd name="p0x13" fmla="*/ 10 w 5739"/>
                <a:gd name="p0y13" fmla="*/ 80 h 80"/>
                <a:gd name="p0x14" fmla="*/ 0 w 5739"/>
                <a:gd name="p0y14" fmla="*/ 70 h 80"/>
                <a:gd name="p0x15" fmla="*/ 43 w 5739"/>
                <a:gd name="p0y15" fmla="*/ 26 h 80"/>
                <a:gd name="p0x16" fmla="*/ 103 w 5739"/>
                <a:gd name="p0y16" fmla="*/ 0 h 80"/>
                <a:gd name="p0x17" fmla="*/ 169 w 5739"/>
                <a:gd name="p0y17" fmla="*/ 0 h 8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33415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8" name="任意多边形 37"/>
            <p:cNvSpPr/>
            <p:nvPr>
              <p:custDataLst>
                <p:tags r:id="rId29"/>
              </p:custDataLst>
            </p:nvPr>
          </p:nvSpPr>
          <p:spPr>
            <a:xfrm>
              <a:off x="18399" y="2620"/>
              <a:ext cx="81" cy="3474"/>
            </a:xfrm>
            <a:custGeom>
              <a:avLst/>
              <a:gdLst>
                <a:gd name="sw" fmla="*/ 1 w 80"/>
                <a:gd name="sh" fmla="*/ 1 h 3474"/>
                <a:gd name="mins" fmla="min sw sh"/>
                <a:gd name="dsw" fmla="+- 0 sw mins"/>
                <a:gd name="dsh" fmla="+- 0 sh mins"/>
                <a:gd name="p0x0" fmla="*/ 80 w 80"/>
                <a:gd name="p0y0" fmla="*/ 169 h 3474"/>
                <a:gd name="p0x1" fmla="*/ 80 w 80"/>
                <a:gd name="p0y1" fmla="*/ 3304 h 3474"/>
                <a:gd name="p0x2" fmla="*/ 80 w 80"/>
                <a:gd name="p0y2" fmla="*/ 3370 h 3474"/>
                <a:gd name="p0x3" fmla="*/ 54 w 80"/>
                <a:gd name="p0y3" fmla="*/ 3430 h 3474"/>
                <a:gd name="p0x4" fmla="*/ 10 w 80"/>
                <a:gd name="p0y4" fmla="*/ 3474 h 3474"/>
                <a:gd name="p0x5" fmla="*/ 0 w 80"/>
                <a:gd name="p0y5" fmla="*/ 3463 h 3474"/>
                <a:gd name="p0x6" fmla="*/ 40 w 80"/>
                <a:gd name="p0y6" fmla="*/ 3423 h 3474"/>
                <a:gd name="p0x7" fmla="*/ 65 w 80"/>
                <a:gd name="p0y7" fmla="*/ 3366 h 3474"/>
                <a:gd name="p0x8" fmla="*/ 65 w 80"/>
                <a:gd name="p0y8" fmla="*/ 3304 h 3474"/>
                <a:gd name="p0x9" fmla="*/ 65 w 80"/>
                <a:gd name="p0y9" fmla="*/ 169 h 3474"/>
                <a:gd name="p0x10" fmla="*/ 65 w 80"/>
                <a:gd name="p0y10" fmla="*/ 107 h 3474"/>
                <a:gd name="p0x11" fmla="*/ 40 w 80"/>
                <a:gd name="p0y11" fmla="*/ 51 h 3474"/>
                <a:gd name="p0x12" fmla="*/ 0 w 80"/>
                <a:gd name="p0y12" fmla="*/ 10 h 3474"/>
                <a:gd name="p0x13" fmla="*/ 10 w 80"/>
                <a:gd name="p0y13" fmla="*/ 0 h 3474"/>
                <a:gd name="p0x14" fmla="*/ 10 w 80"/>
                <a:gd name="p0y14" fmla="*/ 0 h 3474"/>
                <a:gd name="p0x15" fmla="*/ 54 w 80"/>
                <a:gd name="p0y15" fmla="*/ 43 h 3474"/>
                <a:gd name="p0x16" fmla="*/ 80 w 80"/>
                <a:gd name="p0y16" fmla="*/ 103 h 3474"/>
                <a:gd name="p0x17" fmla="*/ 80 w 80"/>
                <a:gd name="p0y17" fmla="*/ 169 h 3474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9" name="任意多边形 38"/>
            <p:cNvSpPr/>
            <p:nvPr>
              <p:custDataLst>
                <p:tags r:id="rId30"/>
              </p:custDataLst>
            </p:nvPr>
          </p:nvSpPr>
          <p:spPr>
            <a:xfrm>
              <a:off x="12670" y="6084"/>
              <a:ext cx="5739" cy="81"/>
            </a:xfrm>
            <a:custGeom>
              <a:avLst/>
              <a:gdLst>
                <a:gd name="sw" fmla="*/ 1 w 5739"/>
                <a:gd name="sh" fmla="*/ 1 h 80"/>
                <a:gd name="mins" fmla="min sw sh"/>
                <a:gd name="dsw" fmla="+- 0 sw mins"/>
                <a:gd name="dsh" fmla="+- 0 sh mins"/>
                <a:gd name="p0x0" fmla="*/ 5569 w 5739"/>
                <a:gd name="p0y0" fmla="*/ 80 h 80"/>
                <a:gd name="p0x1" fmla="*/ 169 w 5739"/>
                <a:gd name="p0y1" fmla="*/ 80 h 80"/>
                <a:gd name="p0x2" fmla="*/ 103 w 5739"/>
                <a:gd name="p0y2" fmla="*/ 80 h 80"/>
                <a:gd name="p0x3" fmla="*/ 43 w 5739"/>
                <a:gd name="p0y3" fmla="*/ 54 h 80"/>
                <a:gd name="p0x4" fmla="*/ 0 w 5739"/>
                <a:gd name="p0y4" fmla="*/ 10 h 80"/>
                <a:gd name="p0x5" fmla="*/ 10 w 5739"/>
                <a:gd name="p0y5" fmla="*/ 0 h 80"/>
                <a:gd name="p0x6" fmla="*/ 51 w 5739"/>
                <a:gd name="p0y6" fmla="*/ 40 h 80"/>
                <a:gd name="p0x7" fmla="*/ 107 w 5739"/>
                <a:gd name="p0y7" fmla="*/ 65 h 80"/>
                <a:gd name="p0x8" fmla="*/ 169 w 5739"/>
                <a:gd name="p0y8" fmla="*/ 65 h 80"/>
                <a:gd name="p0x9" fmla="*/ 5569 w 5739"/>
                <a:gd name="p0y9" fmla="*/ 65 h 80"/>
                <a:gd name="p0x10" fmla="*/ 5631 w 5739"/>
                <a:gd name="p0y10" fmla="*/ 65 h 80"/>
                <a:gd name="p0x11" fmla="*/ 5688 w 5739"/>
                <a:gd name="p0y11" fmla="*/ 40 h 80"/>
                <a:gd name="p0x12" fmla="*/ 5728 w 5739"/>
                <a:gd name="p0y12" fmla="*/ 0 h 80"/>
                <a:gd name="p0x13" fmla="*/ 5739 w 5739"/>
                <a:gd name="p0y13" fmla="*/ 10 h 80"/>
                <a:gd name="p0x14" fmla="*/ 5695 w 5739"/>
                <a:gd name="p0y14" fmla="*/ 54 h 80"/>
                <a:gd name="p0x15" fmla="*/ 5635 w 5739"/>
                <a:gd name="p0y15" fmla="*/ 80 h 80"/>
                <a:gd name="p0x16" fmla="*/ 5569 w 5739"/>
                <a:gd name="p0y16" fmla="*/ 80 h 8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0" name="任意多边形 39"/>
            <p:cNvSpPr/>
            <p:nvPr>
              <p:custDataLst>
                <p:tags r:id="rId31"/>
              </p:custDataLst>
            </p:nvPr>
          </p:nvSpPr>
          <p:spPr>
            <a:xfrm>
              <a:off x="12600" y="2620"/>
              <a:ext cx="80" cy="3474"/>
            </a:xfrm>
            <a:custGeom>
              <a:avLst/>
              <a:gdLst>
                <a:gd name="sw" fmla="*/ 1 w 80"/>
                <a:gd name="sh" fmla="*/ 1 h 3474"/>
                <a:gd name="mins" fmla="min sw sh"/>
                <a:gd name="dsw" fmla="+- 0 sw mins"/>
                <a:gd name="dsh" fmla="+- 0 sh mins"/>
                <a:gd name="p0x0" fmla="*/ 0 w 80"/>
                <a:gd name="p0y0" fmla="*/ 3304 h 3474"/>
                <a:gd name="p0x1" fmla="*/ 0 w 80"/>
                <a:gd name="p0y1" fmla="*/ 169 h 3474"/>
                <a:gd name="p0x2" fmla="*/ 0 w 80"/>
                <a:gd name="p0y2" fmla="*/ 103 h 3474"/>
                <a:gd name="p0x3" fmla="*/ 26 w 80"/>
                <a:gd name="p0y3" fmla="*/ 43 h 3474"/>
                <a:gd name="p0x4" fmla="*/ 70 w 80"/>
                <a:gd name="p0y4" fmla="*/ 0 h 3474"/>
                <a:gd name="p0x5" fmla="*/ 80 w 80"/>
                <a:gd name="p0y5" fmla="*/ 10 h 3474"/>
                <a:gd name="p0x6" fmla="*/ 40 w 80"/>
                <a:gd name="p0y6" fmla="*/ 51 h 3474"/>
                <a:gd name="p0x7" fmla="*/ 15 w 80"/>
                <a:gd name="p0y7" fmla="*/ 107 h 3474"/>
                <a:gd name="p0x8" fmla="*/ 15 w 80"/>
                <a:gd name="p0y8" fmla="*/ 169 h 3474"/>
                <a:gd name="p0x9" fmla="*/ 15 w 80"/>
                <a:gd name="p0y9" fmla="*/ 3304 h 3474"/>
                <a:gd name="p0x10" fmla="*/ 15 w 80"/>
                <a:gd name="p0y10" fmla="*/ 3366 h 3474"/>
                <a:gd name="p0x11" fmla="*/ 40 w 80"/>
                <a:gd name="p0y11" fmla="*/ 3423 h 3474"/>
                <a:gd name="p0x12" fmla="*/ 80 w 80"/>
                <a:gd name="p0y12" fmla="*/ 3463 h 3474"/>
                <a:gd name="p0x13" fmla="*/ 70 w 80"/>
                <a:gd name="p0y13" fmla="*/ 3474 h 3474"/>
                <a:gd name="p0x14" fmla="*/ 26 w 80"/>
                <a:gd name="p0y14" fmla="*/ 3430 h 3474"/>
                <a:gd name="p0x15" fmla="*/ 0 w 80"/>
                <a:gd name="p0y15" fmla="*/ 3370 h 3474"/>
                <a:gd name="p0x16" fmla="*/ 0 w 80"/>
                <a:gd name="p0y16" fmla="*/ 3304 h 3474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42" name="图片 41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rcRect l="-2037" t="-12933" r="-2037" b="-12933"/>
          <a:stretch>
            <a:fillRect/>
          </a:stretch>
        </p:blipFill>
        <p:spPr>
          <a:xfrm>
            <a:off x="8239125" y="1847850"/>
            <a:ext cx="356870" cy="299720"/>
          </a:xfrm>
          <a:prstGeom prst="rect">
            <a:avLst/>
          </a:prstGeom>
        </p:spPr>
      </p:pic>
      <p:sp>
        <p:nvSpPr>
          <p:cNvPr id="43" name="文本框 42"/>
          <p:cNvSpPr txBox="1"/>
          <p:nvPr>
            <p:custDataLst>
              <p:tags r:id="rId35"/>
            </p:custDataLst>
          </p:nvPr>
        </p:nvSpPr>
        <p:spPr>
          <a:xfrm>
            <a:off x="8764905" y="1853565"/>
            <a:ext cx="3257550" cy="2333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磁场</a:t>
            </a:r>
            <a:r>
              <a:rPr 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依赖</a:t>
            </a:r>
            <a:endParaRPr lang="zh-CN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文本框 43"/>
          <p:cNvSpPr txBox="1"/>
          <p:nvPr>
            <p:custDataLst>
              <p:tags r:id="rId36"/>
            </p:custDataLst>
          </p:nvPr>
        </p:nvSpPr>
        <p:spPr>
          <a:xfrm>
            <a:off x="8239125" y="2314575"/>
            <a:ext cx="3257550" cy="1369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磁场增强，朗道能级间距增大，振幅</a:t>
            </a:r>
            <a:r>
              <a:rPr lang="zh-CN" altLang="en-US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增强</a:t>
            </a:r>
            <a:endParaRPr lang="zh-CN" altLang="en-US" sz="16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72" name="组合 71"/>
          <p:cNvGrpSpPr/>
          <p:nvPr/>
        </p:nvGrpSpPr>
        <p:grpSpPr>
          <a:xfrm>
            <a:off x="4076700" y="4105275"/>
            <a:ext cx="3733800" cy="2294890"/>
            <a:chOff x="6420" y="6465"/>
            <a:chExt cx="5880" cy="3614"/>
          </a:xfrm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grpSpPr>
        <p:sp>
          <p:nvSpPr>
            <p:cNvPr id="47" name="任意多边形 46"/>
            <p:cNvSpPr/>
            <p:nvPr>
              <p:custDataLst>
                <p:tags r:id="rId37"/>
              </p:custDataLst>
            </p:nvPr>
          </p:nvSpPr>
          <p:spPr>
            <a:xfrm>
              <a:off x="6420" y="6465"/>
              <a:ext cx="5880" cy="3615"/>
            </a:xfrm>
            <a:custGeom>
              <a:avLst/>
              <a:gdLst>
                <a:gd name="sw" fmla="*/ 1 w 5880"/>
                <a:gd name="sh" fmla="*/ 1 h 3615"/>
                <a:gd name="mins" fmla="min sw sh"/>
                <a:gd name="dsw" fmla="+- 0 sw mins"/>
                <a:gd name="dsh" fmla="+- 0 sh mins"/>
                <a:gd name="p0x0" fmla="*/ 240 w 5880"/>
                <a:gd name="p0y0" fmla="*/ 0 h 3615"/>
                <a:gd name="p0x1" fmla="*/ 5640 w 5880"/>
                <a:gd name="p0y1" fmla="*/ 0 h 3615"/>
                <a:gd name="p0x2" fmla="*/ 5772 w 5880"/>
                <a:gd name="p0y2" fmla="*/ 0 h 3615"/>
                <a:gd name="p0x3" fmla="*/ 5880 w 5880"/>
                <a:gd name="p0y3" fmla="*/ 107 h 3615"/>
                <a:gd name="p0x4" fmla="*/ 5880 w 5880"/>
                <a:gd name="p0y4" fmla="*/ 240 h 3615"/>
                <a:gd name="p0x5" fmla="*/ 5880 w 5880"/>
                <a:gd name="p0y5" fmla="*/ 3375 h 3615"/>
                <a:gd name="p0x6" fmla="*/ 5880 w 5880"/>
                <a:gd name="p0y6" fmla="*/ 3507 h 3615"/>
                <a:gd name="p0x7" fmla="*/ 5772 w 5880"/>
                <a:gd name="p0y7" fmla="*/ 3615 h 3615"/>
                <a:gd name="p0x8" fmla="*/ 5640 w 5880"/>
                <a:gd name="p0y8" fmla="*/ 3615 h 3615"/>
                <a:gd name="p0x9" fmla="*/ 240 w 5880"/>
                <a:gd name="p0y9" fmla="*/ 3615 h 3615"/>
                <a:gd name="p0x10" fmla="*/ 107 w 5880"/>
                <a:gd name="p0y10" fmla="*/ 3615 h 3615"/>
                <a:gd name="p0x11" fmla="*/ 0 w 5880"/>
                <a:gd name="p0y11" fmla="*/ 3507 h 3615"/>
                <a:gd name="p0x12" fmla="*/ 0 w 5880"/>
                <a:gd name="p0y12" fmla="*/ 3375 h 3615"/>
                <a:gd name="p0x13" fmla="*/ 0 w 5880"/>
                <a:gd name="p0y13" fmla="*/ 240 h 3615"/>
                <a:gd name="p0x14" fmla="*/ 0 w 5880"/>
                <a:gd name="p0y14" fmla="*/ 107 h 3615"/>
                <a:gd name="p0x15" fmla="*/ 107 w 5880"/>
                <a:gd name="p0y15" fmla="*/ 0 h 3615"/>
                <a:gd name="p0x16" fmla="*/ 240 w 5880"/>
                <a:gd name="p0y16" fmla="*/ 0 h 36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8" name="任意多边形 47"/>
            <p:cNvSpPr/>
            <p:nvPr>
              <p:custDataLst>
                <p:tags r:id="rId38"/>
              </p:custDataLst>
            </p:nvPr>
          </p:nvSpPr>
          <p:spPr>
            <a:xfrm>
              <a:off x="6490" y="6465"/>
              <a:ext cx="5739" cy="80"/>
            </a:xfrm>
            <a:custGeom>
              <a:avLst/>
              <a:gdLst>
                <a:gd name="sw" fmla="*/ 1 w 5739"/>
                <a:gd name="sh" fmla="*/ 1 h 80"/>
                <a:gd name="mins" fmla="min sw sh"/>
                <a:gd name="dsw" fmla="+- 0 sw mins"/>
                <a:gd name="dsh" fmla="+- 0 sh mins"/>
                <a:gd name="p0x0" fmla="*/ 169 w 5739"/>
                <a:gd name="p0y0" fmla="*/ 0 h 80"/>
                <a:gd name="p0x1" fmla="*/ 5569 w 5739"/>
                <a:gd name="p0y1" fmla="*/ 0 h 80"/>
                <a:gd name="p0x2" fmla="*/ 5635 w 5739"/>
                <a:gd name="p0y2" fmla="*/ 0 h 80"/>
                <a:gd name="p0x3" fmla="*/ 5695 w 5739"/>
                <a:gd name="p0y3" fmla="*/ 26 h 80"/>
                <a:gd name="p0x4" fmla="*/ 5739 w 5739"/>
                <a:gd name="p0y4" fmla="*/ 70 h 80"/>
                <a:gd name="p0x5" fmla="*/ 5728 w 5739"/>
                <a:gd name="p0y5" fmla="*/ 80 h 80"/>
                <a:gd name="p0x6" fmla="*/ 5688 w 5739"/>
                <a:gd name="p0y6" fmla="*/ 40 h 80"/>
                <a:gd name="p0x7" fmla="*/ 5631 w 5739"/>
                <a:gd name="p0y7" fmla="*/ 15 h 80"/>
                <a:gd name="p0x8" fmla="*/ 5569 w 5739"/>
                <a:gd name="p0y8" fmla="*/ 15 h 80"/>
                <a:gd name="p0x9" fmla="*/ 169 w 5739"/>
                <a:gd name="p0y9" fmla="*/ 15 h 80"/>
                <a:gd name="p0x10" fmla="*/ 107 w 5739"/>
                <a:gd name="p0y10" fmla="*/ 15 h 80"/>
                <a:gd name="p0x11" fmla="*/ 51 w 5739"/>
                <a:gd name="p0y11" fmla="*/ 40 h 80"/>
                <a:gd name="p0x12" fmla="*/ 10 w 5739"/>
                <a:gd name="p0y12" fmla="*/ 80 h 80"/>
                <a:gd name="p0x13" fmla="*/ 0 w 5739"/>
                <a:gd name="p0y13" fmla="*/ 70 h 80"/>
                <a:gd name="p0x14" fmla="*/ 43 w 5739"/>
                <a:gd name="p0y14" fmla="*/ 26 h 80"/>
                <a:gd name="p0x15" fmla="*/ 103 w 5739"/>
                <a:gd name="p0y15" fmla="*/ 0 h 80"/>
                <a:gd name="p0x16" fmla="*/ 169 w 5739"/>
                <a:gd name="p0y16" fmla="*/ 0 h 8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64748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9" name="任意多边形 48"/>
            <p:cNvSpPr/>
            <p:nvPr>
              <p:custDataLst>
                <p:tags r:id="rId39"/>
              </p:custDataLst>
            </p:nvPr>
          </p:nvSpPr>
          <p:spPr>
            <a:xfrm>
              <a:off x="12219" y="6535"/>
              <a:ext cx="81" cy="3474"/>
            </a:xfrm>
            <a:custGeom>
              <a:avLst/>
              <a:gdLst>
                <a:gd name="sw" fmla="*/ 1 w 80"/>
                <a:gd name="sh" fmla="*/ 1 h 3474"/>
                <a:gd name="mins" fmla="min sw sh"/>
                <a:gd name="dsw" fmla="+- 0 sw mins"/>
                <a:gd name="dsh" fmla="+- 0 sh mins"/>
                <a:gd name="p0x0" fmla="*/ 80 w 80"/>
                <a:gd name="p0y0" fmla="*/ 169 h 3474"/>
                <a:gd name="p0x1" fmla="*/ 80 w 80"/>
                <a:gd name="p0y1" fmla="*/ 3304 h 3474"/>
                <a:gd name="p0x2" fmla="*/ 80 w 80"/>
                <a:gd name="p0y2" fmla="*/ 3370 h 3474"/>
                <a:gd name="p0x3" fmla="*/ 54 w 80"/>
                <a:gd name="p0y3" fmla="*/ 3430 h 3474"/>
                <a:gd name="p0x4" fmla="*/ 10 w 80"/>
                <a:gd name="p0y4" fmla="*/ 3474 h 3474"/>
                <a:gd name="p0x5" fmla="*/ 0 w 80"/>
                <a:gd name="p0y5" fmla="*/ 3463 h 3474"/>
                <a:gd name="p0x6" fmla="*/ 40 w 80"/>
                <a:gd name="p0y6" fmla="*/ 3423 h 3474"/>
                <a:gd name="p0x7" fmla="*/ 65 w 80"/>
                <a:gd name="p0y7" fmla="*/ 3366 h 3474"/>
                <a:gd name="p0x8" fmla="*/ 65 w 80"/>
                <a:gd name="p0y8" fmla="*/ 3304 h 3474"/>
                <a:gd name="p0x9" fmla="*/ 65 w 80"/>
                <a:gd name="p0y9" fmla="*/ 169 h 3474"/>
                <a:gd name="p0x10" fmla="*/ 65 w 80"/>
                <a:gd name="p0y10" fmla="*/ 107 h 3474"/>
                <a:gd name="p0x11" fmla="*/ 40 w 80"/>
                <a:gd name="p0y11" fmla="*/ 51 h 3474"/>
                <a:gd name="p0x12" fmla="*/ 0 w 80"/>
                <a:gd name="p0y12" fmla="*/ 10 h 3474"/>
                <a:gd name="p0x13" fmla="*/ 10 w 80"/>
                <a:gd name="p0y13" fmla="*/ 0 h 3474"/>
                <a:gd name="p0x14" fmla="*/ 54 w 80"/>
                <a:gd name="p0y14" fmla="*/ 43 h 3474"/>
                <a:gd name="p0x15" fmla="*/ 80 w 80"/>
                <a:gd name="p0y15" fmla="*/ 103 h 3474"/>
                <a:gd name="p0x16" fmla="*/ 80 w 80"/>
                <a:gd name="p0y16" fmla="*/ 169 h 3474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0" name="任意多边形 49"/>
            <p:cNvSpPr/>
            <p:nvPr>
              <p:custDataLst>
                <p:tags r:id="rId40"/>
              </p:custDataLst>
            </p:nvPr>
          </p:nvSpPr>
          <p:spPr>
            <a:xfrm>
              <a:off x="6490" y="9999"/>
              <a:ext cx="5739" cy="81"/>
            </a:xfrm>
            <a:custGeom>
              <a:avLst/>
              <a:gdLst>
                <a:gd name="sw" fmla="*/ 1 w 5739"/>
                <a:gd name="sh" fmla="*/ 1 h 80"/>
                <a:gd name="mins" fmla="min sw sh"/>
                <a:gd name="dsw" fmla="+- 0 sw mins"/>
                <a:gd name="dsh" fmla="+- 0 sh mins"/>
                <a:gd name="p0x0" fmla="*/ 5569 w 5739"/>
                <a:gd name="p0y0" fmla="*/ 80 h 80"/>
                <a:gd name="p0x1" fmla="*/ 169 w 5739"/>
                <a:gd name="p0y1" fmla="*/ 80 h 80"/>
                <a:gd name="p0x2" fmla="*/ 103 w 5739"/>
                <a:gd name="p0y2" fmla="*/ 80 h 80"/>
                <a:gd name="p0x3" fmla="*/ 43 w 5739"/>
                <a:gd name="p0y3" fmla="*/ 54 h 80"/>
                <a:gd name="p0x4" fmla="*/ 0 w 5739"/>
                <a:gd name="p0y4" fmla="*/ 10 h 80"/>
                <a:gd name="p0x5" fmla="*/ 10 w 5739"/>
                <a:gd name="p0y5" fmla="*/ 0 h 80"/>
                <a:gd name="p0x6" fmla="*/ 51 w 5739"/>
                <a:gd name="p0y6" fmla="*/ 40 h 80"/>
                <a:gd name="p0x7" fmla="*/ 107 w 5739"/>
                <a:gd name="p0y7" fmla="*/ 65 h 80"/>
                <a:gd name="p0x8" fmla="*/ 169 w 5739"/>
                <a:gd name="p0y8" fmla="*/ 65 h 80"/>
                <a:gd name="p0x9" fmla="*/ 5569 w 5739"/>
                <a:gd name="p0y9" fmla="*/ 65 h 80"/>
                <a:gd name="p0x10" fmla="*/ 5631 w 5739"/>
                <a:gd name="p0y10" fmla="*/ 65 h 80"/>
                <a:gd name="p0x11" fmla="*/ 5688 w 5739"/>
                <a:gd name="p0y11" fmla="*/ 40 h 80"/>
                <a:gd name="p0x12" fmla="*/ 5728 w 5739"/>
                <a:gd name="p0y12" fmla="*/ 0 h 80"/>
                <a:gd name="p0x13" fmla="*/ 5739 w 5739"/>
                <a:gd name="p0y13" fmla="*/ 10 h 80"/>
                <a:gd name="p0x14" fmla="*/ 5695 w 5739"/>
                <a:gd name="p0y14" fmla="*/ 54 h 80"/>
                <a:gd name="p0x15" fmla="*/ 5635 w 5739"/>
                <a:gd name="p0y15" fmla="*/ 80 h 80"/>
                <a:gd name="p0x16" fmla="*/ 5569 w 5739"/>
                <a:gd name="p0y16" fmla="*/ 80 h 8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1" name="任意多边形 50"/>
            <p:cNvSpPr/>
            <p:nvPr>
              <p:custDataLst>
                <p:tags r:id="rId41"/>
              </p:custDataLst>
            </p:nvPr>
          </p:nvSpPr>
          <p:spPr>
            <a:xfrm>
              <a:off x="6420" y="6535"/>
              <a:ext cx="80" cy="3474"/>
            </a:xfrm>
            <a:custGeom>
              <a:avLst/>
              <a:gdLst>
                <a:gd name="sw" fmla="*/ 1 w 80"/>
                <a:gd name="sh" fmla="*/ 1 h 3474"/>
                <a:gd name="mins" fmla="min sw sh"/>
                <a:gd name="dsw" fmla="+- 0 sw mins"/>
                <a:gd name="dsh" fmla="+- 0 sh mins"/>
                <a:gd name="p0x0" fmla="*/ 0 w 80"/>
                <a:gd name="p0y0" fmla="*/ 3304 h 3474"/>
                <a:gd name="p0x1" fmla="*/ 0 w 80"/>
                <a:gd name="p0y1" fmla="*/ 169 h 3474"/>
                <a:gd name="p0x2" fmla="*/ 0 w 80"/>
                <a:gd name="p0y2" fmla="*/ 103 h 3474"/>
                <a:gd name="p0x3" fmla="*/ 26 w 80"/>
                <a:gd name="p0y3" fmla="*/ 43 h 3474"/>
                <a:gd name="p0x4" fmla="*/ 70 w 80"/>
                <a:gd name="p0y4" fmla="*/ 0 h 3474"/>
                <a:gd name="p0x5" fmla="*/ 80 w 80"/>
                <a:gd name="p0y5" fmla="*/ 10 h 3474"/>
                <a:gd name="p0x6" fmla="*/ 40 w 80"/>
                <a:gd name="p0y6" fmla="*/ 51 h 3474"/>
                <a:gd name="p0x7" fmla="*/ 15 w 80"/>
                <a:gd name="p0y7" fmla="*/ 107 h 3474"/>
                <a:gd name="p0x8" fmla="*/ 15 w 80"/>
                <a:gd name="p0y8" fmla="*/ 169 h 3474"/>
                <a:gd name="p0x9" fmla="*/ 15 w 80"/>
                <a:gd name="p0y9" fmla="*/ 3304 h 3474"/>
                <a:gd name="p0x10" fmla="*/ 15 w 80"/>
                <a:gd name="p0y10" fmla="*/ 3366 h 3474"/>
                <a:gd name="p0x11" fmla="*/ 40 w 80"/>
                <a:gd name="p0y11" fmla="*/ 3423 h 3474"/>
                <a:gd name="p0x12" fmla="*/ 80 w 80"/>
                <a:gd name="p0y12" fmla="*/ 3463 h 3474"/>
                <a:gd name="p0x13" fmla="*/ 70 w 80"/>
                <a:gd name="p0y13" fmla="*/ 3474 h 3474"/>
                <a:gd name="p0x14" fmla="*/ 26 w 80"/>
                <a:gd name="p0y14" fmla="*/ 3430 h 3474"/>
                <a:gd name="p0x15" fmla="*/ 0 w 80"/>
                <a:gd name="p0y15" fmla="*/ 3370 h 3474"/>
                <a:gd name="p0x16" fmla="*/ 0 w 80"/>
                <a:gd name="p0y16" fmla="*/ 3304 h 3474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53" name="图片 52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rcRect l="-1515" t="-37407" r="-1515" b="-37407"/>
          <a:stretch>
            <a:fillRect/>
          </a:stretch>
        </p:blipFill>
        <p:spPr>
          <a:xfrm>
            <a:off x="4314825" y="4333875"/>
            <a:ext cx="323850" cy="299720"/>
          </a:xfrm>
          <a:prstGeom prst="rect">
            <a:avLst/>
          </a:prstGeom>
        </p:spPr>
      </p:pic>
      <p:sp>
        <p:nvSpPr>
          <p:cNvPr id="54" name="文本框 53"/>
          <p:cNvSpPr txBox="1"/>
          <p:nvPr>
            <p:custDataLst>
              <p:tags r:id="rId45"/>
            </p:custDataLst>
          </p:nvPr>
        </p:nvSpPr>
        <p:spPr>
          <a:xfrm>
            <a:off x="4907915" y="4333875"/>
            <a:ext cx="3257550" cy="2333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温度依赖</a:t>
            </a:r>
            <a:endParaRPr lang="zh-CN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73" name="组合 72"/>
          <p:cNvGrpSpPr/>
          <p:nvPr/>
        </p:nvGrpSpPr>
        <p:grpSpPr>
          <a:xfrm>
            <a:off x="8001000" y="4105275"/>
            <a:ext cx="3733800" cy="2294890"/>
            <a:chOff x="12600" y="6465"/>
            <a:chExt cx="5880" cy="3614"/>
          </a:xfrm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grpSpPr>
        <p:sp>
          <p:nvSpPr>
            <p:cNvPr id="58" name="任意多边形 57"/>
            <p:cNvSpPr/>
            <p:nvPr>
              <p:custDataLst>
                <p:tags r:id="rId46"/>
              </p:custDataLst>
            </p:nvPr>
          </p:nvSpPr>
          <p:spPr>
            <a:xfrm>
              <a:off x="12600" y="6465"/>
              <a:ext cx="5880" cy="3615"/>
            </a:xfrm>
            <a:custGeom>
              <a:avLst/>
              <a:gdLst>
                <a:gd name="sw" fmla="*/ 1 w 5880"/>
                <a:gd name="sh" fmla="*/ 1 h 3615"/>
                <a:gd name="mins" fmla="min sw sh"/>
                <a:gd name="dsw" fmla="+- 0 sw mins"/>
                <a:gd name="dsh" fmla="+- 0 sh mins"/>
                <a:gd name="p0x0" fmla="*/ 240 w 5880"/>
                <a:gd name="p0y0" fmla="*/ 0 h 3615"/>
                <a:gd name="p0x1" fmla="*/ 5640 w 5880"/>
                <a:gd name="p0y1" fmla="*/ 0 h 3615"/>
                <a:gd name="p0x2" fmla="*/ 5772 w 5880"/>
                <a:gd name="p0y2" fmla="*/ 0 h 3615"/>
                <a:gd name="p0x3" fmla="*/ 5880 w 5880"/>
                <a:gd name="p0y3" fmla="*/ 107 h 3615"/>
                <a:gd name="p0x4" fmla="*/ 5880 w 5880"/>
                <a:gd name="p0y4" fmla="*/ 240 h 3615"/>
                <a:gd name="p0x5" fmla="*/ 5880 w 5880"/>
                <a:gd name="p0y5" fmla="*/ 3375 h 3615"/>
                <a:gd name="p0x6" fmla="*/ 5880 w 5880"/>
                <a:gd name="p0y6" fmla="*/ 3507 h 3615"/>
                <a:gd name="p0x7" fmla="*/ 5772 w 5880"/>
                <a:gd name="p0y7" fmla="*/ 3615 h 3615"/>
                <a:gd name="p0x8" fmla="*/ 5640 w 5880"/>
                <a:gd name="p0y8" fmla="*/ 3615 h 3615"/>
                <a:gd name="p0x9" fmla="*/ 240 w 5880"/>
                <a:gd name="p0y9" fmla="*/ 3615 h 3615"/>
                <a:gd name="p0x10" fmla="*/ 107 w 5880"/>
                <a:gd name="p0y10" fmla="*/ 3615 h 3615"/>
                <a:gd name="p0x11" fmla="*/ 0 w 5880"/>
                <a:gd name="p0y11" fmla="*/ 3507 h 3615"/>
                <a:gd name="p0x12" fmla="*/ 0 w 5880"/>
                <a:gd name="p0y12" fmla="*/ 3375 h 3615"/>
                <a:gd name="p0x13" fmla="*/ 0 w 5880"/>
                <a:gd name="p0y13" fmla="*/ 240 h 3615"/>
                <a:gd name="p0x14" fmla="*/ 0 w 5880"/>
                <a:gd name="p0y14" fmla="*/ 107 h 3615"/>
                <a:gd name="p0x15" fmla="*/ 107 w 5880"/>
                <a:gd name="p0y15" fmla="*/ 0 h 3615"/>
                <a:gd name="p0x16" fmla="*/ 240 w 5880"/>
                <a:gd name="p0y16" fmla="*/ 0 h 36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9" name="任意多边形 58"/>
            <p:cNvSpPr/>
            <p:nvPr>
              <p:custDataLst>
                <p:tags r:id="rId47"/>
              </p:custDataLst>
            </p:nvPr>
          </p:nvSpPr>
          <p:spPr>
            <a:xfrm>
              <a:off x="12670" y="6465"/>
              <a:ext cx="5739" cy="80"/>
            </a:xfrm>
            <a:custGeom>
              <a:avLst/>
              <a:gdLst>
                <a:gd name="sw" fmla="*/ 1 w 5739"/>
                <a:gd name="sh" fmla="*/ 1 h 80"/>
                <a:gd name="mins" fmla="min sw sh"/>
                <a:gd name="dsw" fmla="+- 0 sw mins"/>
                <a:gd name="dsh" fmla="+- 0 sh mins"/>
                <a:gd name="p0x0" fmla="*/ 169 w 5739"/>
                <a:gd name="p0y0" fmla="*/ 0 h 80"/>
                <a:gd name="p0x1" fmla="*/ 5569 w 5739"/>
                <a:gd name="p0y1" fmla="*/ 0 h 80"/>
                <a:gd name="p0x2" fmla="*/ 5635 w 5739"/>
                <a:gd name="p0y2" fmla="*/ 0 h 80"/>
                <a:gd name="p0x3" fmla="*/ 5695 w 5739"/>
                <a:gd name="p0y3" fmla="*/ 26 h 80"/>
                <a:gd name="p0x4" fmla="*/ 5739 w 5739"/>
                <a:gd name="p0y4" fmla="*/ 70 h 80"/>
                <a:gd name="p0x5" fmla="*/ 5728 w 5739"/>
                <a:gd name="p0y5" fmla="*/ 80 h 80"/>
                <a:gd name="p0x6" fmla="*/ 5688 w 5739"/>
                <a:gd name="p0y6" fmla="*/ 40 h 80"/>
                <a:gd name="p0x7" fmla="*/ 5631 w 5739"/>
                <a:gd name="p0y7" fmla="*/ 15 h 80"/>
                <a:gd name="p0x8" fmla="*/ 5569 w 5739"/>
                <a:gd name="p0y8" fmla="*/ 15 h 80"/>
                <a:gd name="p0x9" fmla="*/ 169 w 5739"/>
                <a:gd name="p0y9" fmla="*/ 15 h 80"/>
                <a:gd name="p0x10" fmla="*/ 107 w 5739"/>
                <a:gd name="p0y10" fmla="*/ 15 h 80"/>
                <a:gd name="p0x11" fmla="*/ 51 w 5739"/>
                <a:gd name="p0y11" fmla="*/ 40 h 80"/>
                <a:gd name="p0x12" fmla="*/ 10 w 5739"/>
                <a:gd name="p0y12" fmla="*/ 80 h 80"/>
                <a:gd name="p0x13" fmla="*/ 0 w 5739"/>
                <a:gd name="p0y13" fmla="*/ 70 h 80"/>
                <a:gd name="p0x14" fmla="*/ 43 w 5739"/>
                <a:gd name="p0y14" fmla="*/ 26 h 80"/>
                <a:gd name="p0x15" fmla="*/ 103 w 5739"/>
                <a:gd name="p0y15" fmla="*/ 0 h 80"/>
                <a:gd name="p0x16" fmla="*/ 169 w 5739"/>
                <a:gd name="p0y16" fmla="*/ 0 h 8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0" name="任意多边形 59"/>
            <p:cNvSpPr/>
            <p:nvPr>
              <p:custDataLst>
                <p:tags r:id="rId48"/>
              </p:custDataLst>
            </p:nvPr>
          </p:nvSpPr>
          <p:spPr>
            <a:xfrm>
              <a:off x="18399" y="6535"/>
              <a:ext cx="81" cy="3474"/>
            </a:xfrm>
            <a:custGeom>
              <a:avLst/>
              <a:gdLst>
                <a:gd name="sw" fmla="*/ 1 w 80"/>
                <a:gd name="sh" fmla="*/ 1 h 3474"/>
                <a:gd name="mins" fmla="min sw sh"/>
                <a:gd name="dsw" fmla="+- 0 sw mins"/>
                <a:gd name="dsh" fmla="+- 0 sh mins"/>
                <a:gd name="p0x0" fmla="*/ 80 w 80"/>
                <a:gd name="p0y0" fmla="*/ 169 h 3474"/>
                <a:gd name="p0x1" fmla="*/ 80 w 80"/>
                <a:gd name="p0y1" fmla="*/ 3304 h 3474"/>
                <a:gd name="p0x2" fmla="*/ 80 w 80"/>
                <a:gd name="p0y2" fmla="*/ 3370 h 3474"/>
                <a:gd name="p0x3" fmla="*/ 54 w 80"/>
                <a:gd name="p0y3" fmla="*/ 3430 h 3474"/>
                <a:gd name="p0x4" fmla="*/ 10 w 80"/>
                <a:gd name="p0y4" fmla="*/ 3474 h 3474"/>
                <a:gd name="p0x5" fmla="*/ 0 w 80"/>
                <a:gd name="p0y5" fmla="*/ 3463 h 3474"/>
                <a:gd name="p0x6" fmla="*/ 40 w 80"/>
                <a:gd name="p0y6" fmla="*/ 3423 h 3474"/>
                <a:gd name="p0x7" fmla="*/ 65 w 80"/>
                <a:gd name="p0y7" fmla="*/ 3366 h 3474"/>
                <a:gd name="p0x8" fmla="*/ 65 w 80"/>
                <a:gd name="p0y8" fmla="*/ 3304 h 3474"/>
                <a:gd name="p0x9" fmla="*/ 65 w 80"/>
                <a:gd name="p0y9" fmla="*/ 169 h 3474"/>
                <a:gd name="p0x10" fmla="*/ 65 w 80"/>
                <a:gd name="p0y10" fmla="*/ 107 h 3474"/>
                <a:gd name="p0x11" fmla="*/ 40 w 80"/>
                <a:gd name="p0y11" fmla="*/ 51 h 3474"/>
                <a:gd name="p0x12" fmla="*/ 0 w 80"/>
                <a:gd name="p0y12" fmla="*/ 10 h 3474"/>
                <a:gd name="p0x13" fmla="*/ 10 w 80"/>
                <a:gd name="p0y13" fmla="*/ 0 h 3474"/>
                <a:gd name="p0x14" fmla="*/ 54 w 80"/>
                <a:gd name="p0y14" fmla="*/ 43 h 3474"/>
                <a:gd name="p0x15" fmla="*/ 80 w 80"/>
                <a:gd name="p0y15" fmla="*/ 103 h 3474"/>
                <a:gd name="p0x16" fmla="*/ 80 w 80"/>
                <a:gd name="p0y16" fmla="*/ 169 h 3474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1" name="任意多边形 60"/>
            <p:cNvSpPr/>
            <p:nvPr>
              <p:custDataLst>
                <p:tags r:id="rId49"/>
              </p:custDataLst>
            </p:nvPr>
          </p:nvSpPr>
          <p:spPr>
            <a:xfrm>
              <a:off x="12670" y="9999"/>
              <a:ext cx="5739" cy="81"/>
            </a:xfrm>
            <a:custGeom>
              <a:avLst/>
              <a:gdLst>
                <a:gd name="sw" fmla="*/ 1 w 5739"/>
                <a:gd name="sh" fmla="*/ 1 h 80"/>
                <a:gd name="mins" fmla="min sw sh"/>
                <a:gd name="dsw" fmla="+- 0 sw mins"/>
                <a:gd name="dsh" fmla="+- 0 sh mins"/>
                <a:gd name="p0x0" fmla="*/ 5569 w 5739"/>
                <a:gd name="p0y0" fmla="*/ 80 h 80"/>
                <a:gd name="p0x1" fmla="*/ 169 w 5739"/>
                <a:gd name="p0y1" fmla="*/ 80 h 80"/>
                <a:gd name="p0x2" fmla="*/ 103 w 5739"/>
                <a:gd name="p0y2" fmla="*/ 80 h 80"/>
                <a:gd name="p0x3" fmla="*/ 43 w 5739"/>
                <a:gd name="p0y3" fmla="*/ 54 h 80"/>
                <a:gd name="p0x4" fmla="*/ 0 w 5739"/>
                <a:gd name="p0y4" fmla="*/ 10 h 80"/>
                <a:gd name="p0x5" fmla="*/ 10 w 5739"/>
                <a:gd name="p0y5" fmla="*/ 0 h 80"/>
                <a:gd name="p0x6" fmla="*/ 51 w 5739"/>
                <a:gd name="p0y6" fmla="*/ 40 h 80"/>
                <a:gd name="p0x7" fmla="*/ 107 w 5739"/>
                <a:gd name="p0y7" fmla="*/ 65 h 80"/>
                <a:gd name="p0x8" fmla="*/ 169 w 5739"/>
                <a:gd name="p0y8" fmla="*/ 65 h 80"/>
                <a:gd name="p0x9" fmla="*/ 5569 w 5739"/>
                <a:gd name="p0y9" fmla="*/ 65 h 80"/>
                <a:gd name="p0x10" fmla="*/ 5631 w 5739"/>
                <a:gd name="p0y10" fmla="*/ 65 h 80"/>
                <a:gd name="p0x11" fmla="*/ 5688 w 5739"/>
                <a:gd name="p0y11" fmla="*/ 40 h 80"/>
                <a:gd name="p0x12" fmla="*/ 5728 w 5739"/>
                <a:gd name="p0y12" fmla="*/ 0 h 80"/>
                <a:gd name="p0x13" fmla="*/ 5739 w 5739"/>
                <a:gd name="p0y13" fmla="*/ 10 h 80"/>
                <a:gd name="p0x14" fmla="*/ 5695 w 5739"/>
                <a:gd name="p0y14" fmla="*/ 54 h 80"/>
                <a:gd name="p0x15" fmla="*/ 5635 w 5739"/>
                <a:gd name="p0y15" fmla="*/ 80 h 80"/>
                <a:gd name="p0x16" fmla="*/ 5569 w 5739"/>
                <a:gd name="p0y16" fmla="*/ 80 h 8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2" name="任意多边形 61"/>
            <p:cNvSpPr/>
            <p:nvPr>
              <p:custDataLst>
                <p:tags r:id="rId50"/>
              </p:custDataLst>
            </p:nvPr>
          </p:nvSpPr>
          <p:spPr>
            <a:xfrm>
              <a:off x="12600" y="6535"/>
              <a:ext cx="80" cy="3474"/>
            </a:xfrm>
            <a:custGeom>
              <a:avLst/>
              <a:gdLst>
                <a:gd name="sw" fmla="*/ 1 w 80"/>
                <a:gd name="sh" fmla="*/ 1 h 3474"/>
                <a:gd name="mins" fmla="min sw sh"/>
                <a:gd name="dsw" fmla="+- 0 sw mins"/>
                <a:gd name="dsh" fmla="+- 0 sh mins"/>
                <a:gd name="p0x0" fmla="*/ 0 w 80"/>
                <a:gd name="p0y0" fmla="*/ 3304 h 3474"/>
                <a:gd name="p0x1" fmla="*/ 0 w 80"/>
                <a:gd name="p0y1" fmla="*/ 169 h 3474"/>
                <a:gd name="p0x2" fmla="*/ 0 w 80"/>
                <a:gd name="p0y2" fmla="*/ 103 h 3474"/>
                <a:gd name="p0x3" fmla="*/ 26 w 80"/>
                <a:gd name="p0y3" fmla="*/ 43 h 3474"/>
                <a:gd name="p0x4" fmla="*/ 70 w 80"/>
                <a:gd name="p0y4" fmla="*/ 0 h 3474"/>
                <a:gd name="p0x5" fmla="*/ 80 w 80"/>
                <a:gd name="p0y5" fmla="*/ 10 h 3474"/>
                <a:gd name="p0x6" fmla="*/ 40 w 80"/>
                <a:gd name="p0y6" fmla="*/ 51 h 3474"/>
                <a:gd name="p0x7" fmla="*/ 15 w 80"/>
                <a:gd name="p0y7" fmla="*/ 107 h 3474"/>
                <a:gd name="p0x8" fmla="*/ 15 w 80"/>
                <a:gd name="p0y8" fmla="*/ 169 h 3474"/>
                <a:gd name="p0x9" fmla="*/ 15 w 80"/>
                <a:gd name="p0y9" fmla="*/ 3304 h 3474"/>
                <a:gd name="p0x10" fmla="*/ 15 w 80"/>
                <a:gd name="p0y10" fmla="*/ 3366 h 3474"/>
                <a:gd name="p0x11" fmla="*/ 40 w 80"/>
                <a:gd name="p0y11" fmla="*/ 3423 h 3474"/>
                <a:gd name="p0x12" fmla="*/ 80 w 80"/>
                <a:gd name="p0y12" fmla="*/ 3463 h 3474"/>
                <a:gd name="p0x13" fmla="*/ 70 w 80"/>
                <a:gd name="p0y13" fmla="*/ 3474 h 3474"/>
                <a:gd name="p0x14" fmla="*/ 26 w 80"/>
                <a:gd name="p0y14" fmla="*/ 3430 h 3474"/>
                <a:gd name="p0x15" fmla="*/ 0 w 80"/>
                <a:gd name="p0y15" fmla="*/ 3370 h 3474"/>
                <a:gd name="p0x16" fmla="*/ 0 w 80"/>
                <a:gd name="p0y16" fmla="*/ 3304 h 3474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64" name="图片 63"/>
          <p:cNvPicPr>
            <a:picLocks noChangeAspect="1"/>
          </p:cNvPicPr>
          <p:nvPr>
            <p:custDataLst>
              <p:tags r:id="rId51"/>
            </p:custDataLst>
          </p:nvPr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rcRect l="-1724" t="-4253" r="-1724" b="-4253"/>
          <a:stretch>
            <a:fillRect/>
          </a:stretch>
        </p:blipFill>
        <p:spPr>
          <a:xfrm>
            <a:off x="8239125" y="4333875"/>
            <a:ext cx="285750" cy="299720"/>
          </a:xfrm>
          <a:prstGeom prst="rect">
            <a:avLst/>
          </a:prstGeom>
        </p:spPr>
      </p:pic>
      <p:sp>
        <p:nvSpPr>
          <p:cNvPr id="65" name="文本框 64"/>
          <p:cNvSpPr txBox="1"/>
          <p:nvPr>
            <p:custDataLst>
              <p:tags r:id="rId54"/>
            </p:custDataLst>
          </p:nvPr>
        </p:nvSpPr>
        <p:spPr>
          <a:xfrm>
            <a:off x="8764905" y="4333875"/>
            <a:ext cx="3257550" cy="2333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拟合有效质量</a:t>
            </a:r>
            <a:endParaRPr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" name="文本框 65"/>
          <p:cNvSpPr txBox="1"/>
          <p:nvPr>
            <p:custDataLst>
              <p:tags r:id="rId55"/>
            </p:custDataLst>
          </p:nvPr>
        </p:nvSpPr>
        <p:spPr>
          <a:xfrm>
            <a:off x="8239125" y="4849495"/>
            <a:ext cx="3381375" cy="10763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实验测量不同温度下的</a:t>
            </a:r>
            <a:r>
              <a:rPr lang="zh-CN" altLang="en-US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振荡曲线，</a:t>
            </a:r>
            <a:r>
              <a:rPr lang="zh-CN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进行非线性拟合，提取载流子有效质量</a:t>
            </a:r>
            <a:r>
              <a:rPr lang="zh-CN" altLang="en-US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16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30" name="组合 29"/>
          <p:cNvGrpSpPr/>
          <p:nvPr/>
        </p:nvGrpSpPr>
        <p:grpSpPr>
          <a:xfrm>
            <a:off x="695325" y="4705985"/>
            <a:ext cx="2952750" cy="1409065"/>
            <a:chOff x="1095" y="4605"/>
            <a:chExt cx="4650" cy="1860"/>
          </a:xfrm>
        </p:grpSpPr>
        <p:sp>
          <p:nvSpPr>
            <p:cNvPr id="41" name="任意多边形 40"/>
            <p:cNvSpPr/>
            <p:nvPr>
              <p:custDataLst>
                <p:tags r:id="rId56"/>
              </p:custDataLst>
            </p:nvPr>
          </p:nvSpPr>
          <p:spPr>
            <a:xfrm>
              <a:off x="1095" y="4605"/>
              <a:ext cx="4650" cy="1860"/>
            </a:xfrm>
            <a:custGeom>
              <a:avLst/>
              <a:gdLst>
                <a:gd name="sw" fmla="*/ 1 w 4650"/>
                <a:gd name="sh" fmla="*/ 1 h 1860"/>
                <a:gd name="mins" fmla="min sw sh"/>
                <a:gd name="dsw" fmla="+- 0 sw mins"/>
                <a:gd name="dsh" fmla="+- 0 sh mins"/>
                <a:gd name="p0x0" fmla="*/ 0 w 4650"/>
                <a:gd name="p0y0" fmla="*/ 0 h 1860"/>
                <a:gd name="p0x1" fmla="*/ 4530 w 4650"/>
                <a:gd name="p0y1" fmla="*/ 0 h 1860"/>
                <a:gd name="p0x2" fmla="*/ 4596 w 4650"/>
                <a:gd name="p0y2" fmla="*/ 0 h 1860"/>
                <a:gd name="p0x3" fmla="*/ 4650 w 4650"/>
                <a:gd name="p0y3" fmla="*/ 53 h 1860"/>
                <a:gd name="p0x4" fmla="*/ 4650 w 4650"/>
                <a:gd name="p0y4" fmla="*/ 120 h 1860"/>
                <a:gd name="p0x5" fmla="*/ 4650 w 4650"/>
                <a:gd name="p0y5" fmla="*/ 1740 h 1860"/>
                <a:gd name="p0x6" fmla="*/ 4650 w 4650"/>
                <a:gd name="p0y6" fmla="*/ 1806 h 1860"/>
                <a:gd name="p0x7" fmla="*/ 4596 w 4650"/>
                <a:gd name="p0y7" fmla="*/ 1860 h 1860"/>
                <a:gd name="p0x8" fmla="*/ 4530 w 4650"/>
                <a:gd name="p0y8" fmla="*/ 1860 h 1860"/>
                <a:gd name="p0x9" fmla="*/ 0 w 4650"/>
                <a:gd name="p0y9" fmla="*/ 1860 h 1860"/>
                <a:gd name="p0x10" fmla="*/ 0 w 4650"/>
                <a:gd name="p0y10" fmla="*/ 0 h 186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lnTo>
                    <a:pt x="p0x10" y="p0y10"/>
                  </a:lnTo>
                  <a:close/>
                </a:path>
              </a:pathLst>
            </a:custGeom>
            <a:solidFill>
              <a:srgbClr val="F8FAFC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2" name="任意多边形 51"/>
            <p:cNvSpPr/>
            <p:nvPr>
              <p:custDataLst>
                <p:tags r:id="rId57"/>
              </p:custDataLst>
            </p:nvPr>
          </p:nvSpPr>
          <p:spPr>
            <a:xfrm>
              <a:off x="1095" y="4605"/>
              <a:ext cx="75" cy="1860"/>
            </a:xfrm>
            <a:custGeom>
              <a:avLst/>
              <a:gdLst>
                <a:gd name="sw" fmla="*/ 1 w 75"/>
                <a:gd name="sh" fmla="*/ 1 h 1860"/>
                <a:gd name="mins" fmla="min sw sh"/>
                <a:gd name="dsw" fmla="+- 0 sw mins"/>
                <a:gd name="dsh" fmla="+- 0 sh mins"/>
                <a:gd name="p0x0" fmla="*/ 0 w 75"/>
                <a:gd name="p0y0" fmla="*/ 1860 h 1860"/>
                <a:gd name="p0x1" fmla="*/ 0 w 75"/>
                <a:gd name="p0y1" fmla="*/ 0 h 1860"/>
                <a:gd name="p0x2" fmla="*/ 75 w 75"/>
                <a:gd name="p0y2" fmla="*/ 0 h 1860"/>
                <a:gd name="p0x3" fmla="*/ 75 w 75"/>
                <a:gd name="p0y3" fmla="*/ 1860 h 1860"/>
                <a:gd name="p0x4" fmla="*/ 0 w 75"/>
                <a:gd name="p0y4" fmla="*/ 1860 h 186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74" name="文本框 73"/>
          <p:cNvSpPr txBox="1"/>
          <p:nvPr>
            <p:custDataLst>
              <p:tags r:id="rId58"/>
            </p:custDataLst>
          </p:nvPr>
        </p:nvSpPr>
        <p:spPr>
          <a:xfrm>
            <a:off x="973455" y="4805680"/>
            <a:ext cx="1548765" cy="5041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sz="1600" b="1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简化</a:t>
            </a:r>
            <a:r>
              <a:rPr lang="zh-CN" sz="1600" b="1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公式</a:t>
            </a:r>
            <a:endParaRPr lang="zh-CN" sz="1600" b="1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" name="文本框 74"/>
          <p:cNvSpPr txBox="1"/>
          <p:nvPr>
            <p:custDataLst>
              <p:tags r:id="rId59"/>
            </p:custDataLst>
          </p:nvPr>
        </p:nvSpPr>
        <p:spPr>
          <a:xfrm>
            <a:off x="914400" y="5235575"/>
            <a:ext cx="2367280" cy="782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600">
                <a:sym typeface="+mn-ea"/>
              </a:rPr>
              <a:t>R</a:t>
            </a:r>
            <a:r>
              <a:rPr lang="zh-CN" altLang="en-US" sz="1600" baseline="-25000">
                <a:sym typeface="+mn-ea"/>
              </a:rPr>
              <a:t>T</a:t>
            </a:r>
            <a:r>
              <a:rPr lang="zh-CN" altLang="en-US" sz="1600">
                <a:sym typeface="+mn-ea"/>
              </a:rPr>
              <a:t> = X/sinh(X)，</a:t>
            </a:r>
            <a:endParaRPr lang="zh-CN" altLang="en-US" sz="1600">
              <a:sym typeface="+mn-ea"/>
            </a:endParaRPr>
          </a:p>
          <a:p>
            <a:pPr algn="l">
              <a:lnSpc>
                <a:spcPct val="125000"/>
              </a:lnSpc>
            </a:pPr>
            <a:r>
              <a:rPr lang="zh-CN" altLang="en-US" sz="1600">
                <a:sym typeface="+mn-ea"/>
              </a:rPr>
              <a:t>其中X </a:t>
            </a:r>
            <a:r>
              <a:rPr lang="en-US" altLang="zh-CN" sz="1600">
                <a:sym typeface="+mn-ea"/>
              </a:rPr>
              <a:t>=</a:t>
            </a:r>
            <a:r>
              <a:rPr lang="zh-CN" altLang="en-US" sz="1600">
                <a:sym typeface="+mn-ea"/>
              </a:rPr>
              <a:t> </a:t>
            </a:r>
            <a:r>
              <a:rPr lang="en-US" altLang="zh-CN" sz="1600">
                <a:sym typeface="+mn-ea"/>
              </a:rPr>
              <a:t>2π</a:t>
            </a:r>
            <a:r>
              <a:rPr lang="en-US" altLang="zh-CN" sz="1600" baseline="30000">
                <a:sym typeface="+mn-ea"/>
              </a:rPr>
              <a:t>2</a:t>
            </a:r>
            <a:r>
              <a:rPr lang="en-US" altLang="zh-CN" sz="1600">
                <a:sym typeface="+mn-ea"/>
              </a:rPr>
              <a:t>k</a:t>
            </a:r>
            <a:r>
              <a:rPr lang="en-US" altLang="zh-CN" sz="1600" baseline="-25000">
                <a:sym typeface="+mn-ea"/>
              </a:rPr>
              <a:t>B</a:t>
            </a:r>
            <a:r>
              <a:rPr lang="en-US" altLang="zh-CN" sz="1600">
                <a:sym typeface="+mn-ea"/>
              </a:rPr>
              <a:t>T</a:t>
            </a:r>
            <a:r>
              <a:rPr lang="zh-CN" altLang="en-US" sz="1600">
                <a:sym typeface="+mn-ea"/>
              </a:rPr>
              <a:t>m</a:t>
            </a:r>
            <a:r>
              <a:rPr lang="en-US" altLang="zh-CN" sz="1600" baseline="-25000">
                <a:sym typeface="+mn-ea"/>
              </a:rPr>
              <a:t>c </a:t>
            </a:r>
            <a:r>
              <a:rPr lang="zh-CN" altLang="en-US" sz="1600">
                <a:sym typeface="+mn-ea"/>
              </a:rPr>
              <a:t>/</a:t>
            </a:r>
            <a:r>
              <a:rPr lang="en-US" altLang="zh-CN" sz="1600">
                <a:sym typeface="+mn-ea"/>
              </a:rPr>
              <a:t> e</a:t>
            </a:r>
            <a:r>
              <a:rPr lang="zh-CN" altLang="en-US" sz="1600">
                <a:sym typeface="+mn-ea"/>
              </a:rPr>
              <a:t>B</a:t>
            </a:r>
            <a:r>
              <a:rPr lang="en-US" altLang="en-US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ħ</a:t>
            </a:r>
            <a:endParaRPr lang="en-US" altLang="en-US" sz="16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76" name="文本框 75"/>
          <p:cNvSpPr txBox="1"/>
          <p:nvPr>
            <p:custDataLst>
              <p:tags r:id="rId60"/>
            </p:custDataLst>
          </p:nvPr>
        </p:nvSpPr>
        <p:spPr>
          <a:xfrm>
            <a:off x="4286250" y="4849495"/>
            <a:ext cx="3257550" cy="1369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温度升高，相位弥散增强，振幅</a:t>
            </a:r>
            <a:r>
              <a:rPr lang="zh-CN" altLang="en-US" sz="1600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减小</a:t>
            </a:r>
            <a:endParaRPr lang="zh-CN" altLang="en-US" sz="1600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10982325" y="0"/>
            <a:ext cx="1172845" cy="11068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457200" y="409575"/>
            <a:ext cx="2590800" cy="571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 spc="-67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数据处理</a:t>
            </a:r>
            <a:r>
              <a:rPr lang="zh-CN" sz="3000" b="1" spc="-67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方法</a:t>
            </a:r>
            <a:endParaRPr lang="zh-CN" sz="3000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461645" y="1166495"/>
            <a:ext cx="5534025" cy="5029835"/>
          </a:xfrm>
          <a:custGeom>
            <a:avLst/>
            <a:gdLst>
              <a:gd name="sw" fmla="*/ 1 w 8715"/>
              <a:gd name="sh" fmla="*/ 1 h 8235"/>
              <a:gd name="mins" fmla="min sw sh"/>
              <a:gd name="dsw" fmla="+- 0 sw mins"/>
              <a:gd name="dsh" fmla="+- 0 sh mins"/>
              <a:gd name="p0x0" fmla="*/ 240 w 8715"/>
              <a:gd name="p0y0" fmla="*/ 0 h 8235"/>
              <a:gd name="p0x1" fmla="*/ 8475 w 8715"/>
              <a:gd name="p0y1" fmla="*/ 0 h 8235"/>
              <a:gd name="p0x2" fmla="*/ 8607 w 8715"/>
              <a:gd name="p0y2" fmla="*/ 0 h 8235"/>
              <a:gd name="p0x3" fmla="*/ 8715 w 8715"/>
              <a:gd name="p0y3" fmla="*/ 107 h 8235"/>
              <a:gd name="p0x4" fmla="*/ 8715 w 8715"/>
              <a:gd name="p0y4" fmla="*/ 240 h 8235"/>
              <a:gd name="p0x5" fmla="*/ 8715 w 8715"/>
              <a:gd name="p0y5" fmla="*/ 7995 h 8235"/>
              <a:gd name="p0x6" fmla="*/ 8715 w 8715"/>
              <a:gd name="p0y6" fmla="*/ 8127 h 8235"/>
              <a:gd name="p0x7" fmla="*/ 8607 w 8715"/>
              <a:gd name="p0y7" fmla="*/ 8235 h 8235"/>
              <a:gd name="p0x8" fmla="*/ 8475 w 8715"/>
              <a:gd name="p0y8" fmla="*/ 8235 h 8235"/>
              <a:gd name="p0x9" fmla="*/ 240 w 8715"/>
              <a:gd name="p0y9" fmla="*/ 8235 h 8235"/>
              <a:gd name="p0x10" fmla="*/ 107 w 8715"/>
              <a:gd name="p0y10" fmla="*/ 8235 h 8235"/>
              <a:gd name="p0x11" fmla="*/ 0 w 8715"/>
              <a:gd name="p0y11" fmla="*/ 8127 h 8235"/>
              <a:gd name="p0x12" fmla="*/ 0 w 8715"/>
              <a:gd name="p0y12" fmla="*/ 7995 h 8235"/>
              <a:gd name="p0x13" fmla="*/ 0 w 8715"/>
              <a:gd name="p0y13" fmla="*/ 240 h 8235"/>
              <a:gd name="p0x14" fmla="*/ 0 w 8715"/>
              <a:gd name="p0y14" fmla="*/ 107 h 8235"/>
              <a:gd name="p0x15" fmla="*/ 107 w 8715"/>
              <a:gd name="p0y15" fmla="*/ 0 h 8235"/>
              <a:gd name="p0x16" fmla="*/ 240 w 8715"/>
              <a:gd name="p0y16" fmla="*/ 0 h 82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blipFill rotWithShape="1">
            <a:blip r:embed="rId3"/>
            <a:stretch>
              <a:fillRect t="10290" b="10290"/>
            </a:stretch>
          </a:blipFill>
          <a:ln w="9525" cmpd="sng">
            <a:solidFill>
              <a:srgbClr val="E2E8F0"/>
            </a:solidFill>
            <a:prstDash val="solid"/>
          </a:ln>
          <a:effectLst>
            <a:outerShdw blurRad="285750" dist="38100" dir="5399999" algn="ctr" rotWithShape="0">
              <a:srgbClr val="0F172A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695325" y="1400175"/>
            <a:ext cx="304800" cy="304800"/>
          </a:xfrm>
          <a:custGeom>
            <a:avLst/>
            <a:gdLst>
              <a:gd name="sw" fmla="*/ 1 w 480"/>
              <a:gd name="sh" fmla="*/ 1 h 480"/>
              <a:gd name="mins" fmla="min sw sh"/>
              <a:gd name="dsw" fmla="+- 0 sw mins"/>
              <a:gd name="dsh" fmla="+- 0 sh mins"/>
              <a:gd name="p0x0" fmla="*/ 120 w 480"/>
              <a:gd name="p0y0" fmla="*/ 0 h 480"/>
              <a:gd name="p0x1" fmla="*/ 360 w 480"/>
              <a:gd name="p0y1" fmla="*/ 0 h 480"/>
              <a:gd name="p0x2" fmla="*/ 426 w 480"/>
              <a:gd name="p0y2" fmla="*/ 0 h 480"/>
              <a:gd name="p0x3" fmla="*/ 480 w 480"/>
              <a:gd name="p0y3" fmla="*/ 53 h 480"/>
              <a:gd name="p0x4" fmla="*/ 480 w 480"/>
              <a:gd name="p0y4" fmla="*/ 120 h 480"/>
              <a:gd name="p0x5" fmla="*/ 480 w 480"/>
              <a:gd name="p0y5" fmla="*/ 360 h 480"/>
              <a:gd name="p0x6" fmla="*/ 480 w 480"/>
              <a:gd name="p0y6" fmla="*/ 426 h 480"/>
              <a:gd name="p0x7" fmla="*/ 426 w 480"/>
              <a:gd name="p0y7" fmla="*/ 480 h 480"/>
              <a:gd name="p0x8" fmla="*/ 360 w 480"/>
              <a:gd name="p0y8" fmla="*/ 480 h 480"/>
              <a:gd name="p0x9" fmla="*/ 120 w 480"/>
              <a:gd name="p0y9" fmla="*/ 480 h 480"/>
              <a:gd name="p0x10" fmla="*/ 53 w 480"/>
              <a:gd name="p0y10" fmla="*/ 480 h 480"/>
              <a:gd name="p0x11" fmla="*/ 0 w 480"/>
              <a:gd name="p0y11" fmla="*/ 426 h 480"/>
              <a:gd name="p0x12" fmla="*/ 0 w 480"/>
              <a:gd name="p0y12" fmla="*/ 360 h 480"/>
              <a:gd name="p0x13" fmla="*/ 0 w 480"/>
              <a:gd name="p0y13" fmla="*/ 120 h 480"/>
              <a:gd name="p0x14" fmla="*/ 0 w 480"/>
              <a:gd name="p0y14" fmla="*/ 53 h 480"/>
              <a:gd name="p0x15" fmla="*/ 53 w 480"/>
              <a:gd name="p0y15" fmla="*/ 0 h 480"/>
              <a:gd name="p0x16" fmla="*/ 120 w 480"/>
              <a:gd name="p0y16" fmla="*/ 0 h 4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-10714" b="-10714"/>
          <a:stretch>
            <a:fillRect/>
          </a:stretch>
        </p:blipFill>
        <p:spPr>
          <a:xfrm>
            <a:off x="752475" y="1471295"/>
            <a:ext cx="190500" cy="161925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1076325" y="1428750"/>
            <a:ext cx="4686300" cy="2476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en-US" alt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</a:t>
            </a:r>
            <a:r>
              <a:rPr lang="en-US" altLang="zh-CN" b="1" baseline="-25000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r>
              <a:rPr lang="en-US" alt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</a:t>
            </a:r>
            <a:r>
              <a:rPr lang="en-US" altLang="zh-CN" b="1" baseline="-25000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zh-CN" altLang="en-US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实验数据</a:t>
            </a:r>
            <a:endParaRPr lang="zh-CN" altLang="en-US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-3846" t="-5897" r="-3846" b="-5897"/>
          <a:stretch>
            <a:fillRect/>
          </a:stretch>
        </p:blipFill>
        <p:spPr>
          <a:xfrm>
            <a:off x="695325" y="5733415"/>
            <a:ext cx="133350" cy="13843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2"/>
            </p:custDataLst>
          </p:nvPr>
        </p:nvSpPr>
        <p:spPr>
          <a:xfrm>
            <a:off x="885825" y="5695950"/>
            <a:ext cx="4996180" cy="5003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.Ta</a:t>
            </a:r>
            <a:r>
              <a:rPr lang="en-US" altLang="zh-CN" sz="1200" baseline="-25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</a:t>
            </a:r>
            <a:r>
              <a:rPr lang="en-US" altLang="zh-CN" sz="1200" baseline="-25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实验数据</a:t>
            </a:r>
            <a:endParaRPr lang="en-US" altLang="zh-CN" sz="12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en-US" altLang="zh-CN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CHEN D, ZHAO L, HE J, et al. Physical Review B, 2016, 94(17):174411.</a:t>
            </a:r>
            <a:endParaRPr lang="en-US" altLang="zh-CN" sz="12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任意多边形 7"/>
          <p:cNvSpPr/>
          <p:nvPr>
            <p:custDataLst>
              <p:tags r:id="rId13"/>
            </p:custDataLst>
          </p:nvPr>
        </p:nvSpPr>
        <p:spPr>
          <a:xfrm>
            <a:off x="6139180" y="1166495"/>
            <a:ext cx="5534025" cy="4994275"/>
          </a:xfrm>
          <a:custGeom>
            <a:avLst/>
            <a:gdLst>
              <a:gd name="sw" fmla="*/ 1 w 8715"/>
              <a:gd name="sh" fmla="*/ 1 h 8235"/>
              <a:gd name="mins" fmla="min sw sh"/>
              <a:gd name="dsw" fmla="+- 0 sw mins"/>
              <a:gd name="dsh" fmla="+- 0 sh mins"/>
              <a:gd name="p0x0" fmla="*/ 240 w 8715"/>
              <a:gd name="p0y0" fmla="*/ 0 h 8235"/>
              <a:gd name="p0x1" fmla="*/ 8475 w 8715"/>
              <a:gd name="p0y1" fmla="*/ 0 h 8235"/>
              <a:gd name="p0x2" fmla="*/ 8607 w 8715"/>
              <a:gd name="p0y2" fmla="*/ 0 h 8235"/>
              <a:gd name="p0x3" fmla="*/ 8715 w 8715"/>
              <a:gd name="p0y3" fmla="*/ 107 h 8235"/>
              <a:gd name="p0x4" fmla="*/ 8715 w 8715"/>
              <a:gd name="p0y4" fmla="*/ 240 h 8235"/>
              <a:gd name="p0x5" fmla="*/ 8715 w 8715"/>
              <a:gd name="p0y5" fmla="*/ 7995 h 8235"/>
              <a:gd name="p0x6" fmla="*/ 8715 w 8715"/>
              <a:gd name="p0y6" fmla="*/ 8127 h 8235"/>
              <a:gd name="p0x7" fmla="*/ 8607 w 8715"/>
              <a:gd name="p0y7" fmla="*/ 8235 h 8235"/>
              <a:gd name="p0x8" fmla="*/ 8475 w 8715"/>
              <a:gd name="p0y8" fmla="*/ 8235 h 8235"/>
              <a:gd name="p0x9" fmla="*/ 240 w 8715"/>
              <a:gd name="p0y9" fmla="*/ 8235 h 8235"/>
              <a:gd name="p0x10" fmla="*/ 107 w 8715"/>
              <a:gd name="p0y10" fmla="*/ 8235 h 8235"/>
              <a:gd name="p0x11" fmla="*/ 0 w 8715"/>
              <a:gd name="p0y11" fmla="*/ 8127 h 8235"/>
              <a:gd name="p0x12" fmla="*/ 0 w 8715"/>
              <a:gd name="p0y12" fmla="*/ 7995 h 8235"/>
              <a:gd name="p0x13" fmla="*/ 0 w 8715"/>
              <a:gd name="p0y13" fmla="*/ 240 h 8235"/>
              <a:gd name="p0x14" fmla="*/ 0 w 8715"/>
              <a:gd name="p0y14" fmla="*/ 107 h 8235"/>
              <a:gd name="p0x15" fmla="*/ 107 w 8715"/>
              <a:gd name="p0y15" fmla="*/ 0 h 8235"/>
              <a:gd name="p0x16" fmla="*/ 240 w 8715"/>
              <a:gd name="p0y16" fmla="*/ 0 h 82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blipFill rotWithShape="1">
            <a:blip r:embed="rId14"/>
            <a:stretch>
              <a:fillRect t="10290" b="10290"/>
            </a:stretch>
          </a:blipFill>
          <a:ln w="9525" cmpd="sng">
            <a:solidFill>
              <a:srgbClr val="E2E8F0"/>
            </a:solidFill>
            <a:prstDash val="solid"/>
          </a:ln>
          <a:effectLst>
            <a:outerShdw blurRad="285750" dist="38100" dir="5399999" algn="ctr" rotWithShape="0">
              <a:srgbClr val="0F172A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6753860" y="1428750"/>
            <a:ext cx="4686300" cy="2476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en-US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FFT</a:t>
            </a:r>
            <a:r>
              <a:rPr 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频谱分布特征</a:t>
            </a:r>
            <a:endParaRPr lang="zh-CN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8" name="图片 27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 l="-3846" t="-5897" r="-3846" b="-5897"/>
          <a:stretch>
            <a:fillRect/>
          </a:stretch>
        </p:blipFill>
        <p:spPr>
          <a:xfrm>
            <a:off x="6199505" y="5733415"/>
            <a:ext cx="133350" cy="138430"/>
          </a:xfrm>
          <a:prstGeom prst="rect">
            <a:avLst/>
          </a:prstGeom>
        </p:spPr>
      </p:pic>
      <p:sp>
        <p:nvSpPr>
          <p:cNvPr id="29" name="文本框 28"/>
          <p:cNvSpPr txBox="1"/>
          <p:nvPr>
            <p:custDataLst>
              <p:tags r:id="rId19"/>
            </p:custDataLst>
          </p:nvPr>
        </p:nvSpPr>
        <p:spPr>
          <a:xfrm>
            <a:off x="6391910" y="5695950"/>
            <a:ext cx="4876800" cy="190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.FFT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</a:t>
            </a:r>
            <a:endParaRPr lang="zh-CN" altLang="en-US" sz="12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任意多边形 29"/>
          <p:cNvSpPr/>
          <p:nvPr>
            <p:custDataLst>
              <p:tags r:id="rId20"/>
            </p:custDataLst>
          </p:nvPr>
        </p:nvSpPr>
        <p:spPr>
          <a:xfrm>
            <a:off x="6275705" y="1400175"/>
            <a:ext cx="304800" cy="304800"/>
          </a:xfrm>
          <a:custGeom>
            <a:avLst/>
            <a:gdLst>
              <a:gd name="sw" fmla="*/ 1 w 480"/>
              <a:gd name="sh" fmla="*/ 1 h 480"/>
              <a:gd name="mins" fmla="min sw sh"/>
              <a:gd name="dsw" fmla="+- 0 sw mins"/>
              <a:gd name="dsh" fmla="+- 0 sh mins"/>
              <a:gd name="p0x0" fmla="*/ 120 w 480"/>
              <a:gd name="p0y0" fmla="*/ 0 h 480"/>
              <a:gd name="p0x1" fmla="*/ 360 w 480"/>
              <a:gd name="p0y1" fmla="*/ 0 h 480"/>
              <a:gd name="p0x2" fmla="*/ 426 w 480"/>
              <a:gd name="p0y2" fmla="*/ 0 h 480"/>
              <a:gd name="p0x3" fmla="*/ 480 w 480"/>
              <a:gd name="p0y3" fmla="*/ 53 h 480"/>
              <a:gd name="p0x4" fmla="*/ 480 w 480"/>
              <a:gd name="p0y4" fmla="*/ 120 h 480"/>
              <a:gd name="p0x5" fmla="*/ 480 w 480"/>
              <a:gd name="p0y5" fmla="*/ 360 h 480"/>
              <a:gd name="p0x6" fmla="*/ 480 w 480"/>
              <a:gd name="p0y6" fmla="*/ 426 h 480"/>
              <a:gd name="p0x7" fmla="*/ 426 w 480"/>
              <a:gd name="p0y7" fmla="*/ 480 h 480"/>
              <a:gd name="p0x8" fmla="*/ 360 w 480"/>
              <a:gd name="p0y8" fmla="*/ 480 h 480"/>
              <a:gd name="p0x9" fmla="*/ 120 w 480"/>
              <a:gd name="p0y9" fmla="*/ 480 h 480"/>
              <a:gd name="p0x10" fmla="*/ 53 w 480"/>
              <a:gd name="p0y10" fmla="*/ 480 h 480"/>
              <a:gd name="p0x11" fmla="*/ 0 w 480"/>
              <a:gd name="p0y11" fmla="*/ 426 h 480"/>
              <a:gd name="p0x12" fmla="*/ 0 w 480"/>
              <a:gd name="p0y12" fmla="*/ 360 h 480"/>
              <a:gd name="p0x13" fmla="*/ 0 w 480"/>
              <a:gd name="p0y13" fmla="*/ 120 h 480"/>
              <a:gd name="p0x14" fmla="*/ 0 w 480"/>
              <a:gd name="p0y14" fmla="*/ 53 h 480"/>
              <a:gd name="p0x15" fmla="*/ 53 w 480"/>
              <a:gd name="p0y15" fmla="*/ 0 h 480"/>
              <a:gd name="p0x16" fmla="*/ 120 w 480"/>
              <a:gd name="p0y16" fmla="*/ 0 h 4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1" name="图片 30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-10714" b="-10714"/>
          <a:stretch>
            <a:fillRect/>
          </a:stretch>
        </p:blipFill>
        <p:spPr>
          <a:xfrm>
            <a:off x="6332855" y="1471295"/>
            <a:ext cx="190500" cy="16192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982325" y="0"/>
            <a:ext cx="1172845" cy="11068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457200" y="409575"/>
            <a:ext cx="2590800" cy="571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sz="3000" b="1" spc="-67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代码</a:t>
            </a:r>
            <a:r>
              <a:rPr lang="zh-CN" sz="3000" b="1" spc="-67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介绍</a:t>
            </a:r>
            <a:endParaRPr lang="zh-CN" sz="3000" b="1" spc="-67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136525" y="1202690"/>
            <a:ext cx="3752850" cy="5791835"/>
          </a:xfrm>
          <a:custGeom>
            <a:avLst/>
            <a:gdLst>
              <a:gd name="sw" fmla="*/ 1 w 8715"/>
              <a:gd name="sh" fmla="*/ 1 h 8235"/>
              <a:gd name="mins" fmla="min sw sh"/>
              <a:gd name="dsw" fmla="+- 0 sw mins"/>
              <a:gd name="dsh" fmla="+- 0 sh mins"/>
              <a:gd name="p0x0" fmla="*/ 240 w 8715"/>
              <a:gd name="p0y0" fmla="*/ 0 h 8235"/>
              <a:gd name="p0x1" fmla="*/ 8475 w 8715"/>
              <a:gd name="p0y1" fmla="*/ 0 h 8235"/>
              <a:gd name="p0x2" fmla="*/ 8607 w 8715"/>
              <a:gd name="p0y2" fmla="*/ 0 h 8235"/>
              <a:gd name="p0x3" fmla="*/ 8715 w 8715"/>
              <a:gd name="p0y3" fmla="*/ 107 h 8235"/>
              <a:gd name="p0x4" fmla="*/ 8715 w 8715"/>
              <a:gd name="p0y4" fmla="*/ 240 h 8235"/>
              <a:gd name="p0x5" fmla="*/ 8715 w 8715"/>
              <a:gd name="p0y5" fmla="*/ 7995 h 8235"/>
              <a:gd name="p0x6" fmla="*/ 8715 w 8715"/>
              <a:gd name="p0y6" fmla="*/ 8127 h 8235"/>
              <a:gd name="p0x7" fmla="*/ 8607 w 8715"/>
              <a:gd name="p0y7" fmla="*/ 8235 h 8235"/>
              <a:gd name="p0x8" fmla="*/ 8475 w 8715"/>
              <a:gd name="p0y8" fmla="*/ 8235 h 8235"/>
              <a:gd name="p0x9" fmla="*/ 240 w 8715"/>
              <a:gd name="p0y9" fmla="*/ 8235 h 8235"/>
              <a:gd name="p0x10" fmla="*/ 107 w 8715"/>
              <a:gd name="p0y10" fmla="*/ 8235 h 8235"/>
              <a:gd name="p0x11" fmla="*/ 0 w 8715"/>
              <a:gd name="p0y11" fmla="*/ 8127 h 8235"/>
              <a:gd name="p0x12" fmla="*/ 0 w 8715"/>
              <a:gd name="p0y12" fmla="*/ 7995 h 8235"/>
              <a:gd name="p0x13" fmla="*/ 0 w 8715"/>
              <a:gd name="p0y13" fmla="*/ 240 h 8235"/>
              <a:gd name="p0x14" fmla="*/ 0 w 8715"/>
              <a:gd name="p0y14" fmla="*/ 107 h 8235"/>
              <a:gd name="p0x15" fmla="*/ 107 w 8715"/>
              <a:gd name="p0y15" fmla="*/ 0 h 8235"/>
              <a:gd name="p0x16" fmla="*/ 240 w 8715"/>
              <a:gd name="p0y16" fmla="*/ 0 h 82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blipFill rotWithShape="1">
            <a:blip r:embed="rId3"/>
            <a:stretch>
              <a:fillRect t="10290" b="10290"/>
            </a:stretch>
          </a:blipFill>
          <a:ln w="9525" cmpd="sng">
            <a:solidFill>
              <a:srgbClr val="E2E8F0"/>
            </a:solidFill>
            <a:prstDash val="solid"/>
          </a:ln>
          <a:effectLst>
            <a:outerShdw blurRad="285750" dist="38100" dir="5399999" algn="ctr" rotWithShape="0">
              <a:srgbClr val="0F172A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4"/>
            </p:custDataLst>
          </p:nvPr>
        </p:nvSpPr>
        <p:spPr>
          <a:xfrm>
            <a:off x="175260" y="1354455"/>
            <a:ext cx="304800" cy="304800"/>
          </a:xfrm>
          <a:custGeom>
            <a:avLst/>
            <a:gdLst>
              <a:gd name="sw" fmla="*/ 1 w 480"/>
              <a:gd name="sh" fmla="*/ 1 h 480"/>
              <a:gd name="mins" fmla="min sw sh"/>
              <a:gd name="dsw" fmla="+- 0 sw mins"/>
              <a:gd name="dsh" fmla="+- 0 sh mins"/>
              <a:gd name="p0x0" fmla="*/ 120 w 480"/>
              <a:gd name="p0y0" fmla="*/ 0 h 480"/>
              <a:gd name="p0x1" fmla="*/ 360 w 480"/>
              <a:gd name="p0y1" fmla="*/ 0 h 480"/>
              <a:gd name="p0x2" fmla="*/ 426 w 480"/>
              <a:gd name="p0y2" fmla="*/ 0 h 480"/>
              <a:gd name="p0x3" fmla="*/ 480 w 480"/>
              <a:gd name="p0y3" fmla="*/ 53 h 480"/>
              <a:gd name="p0x4" fmla="*/ 480 w 480"/>
              <a:gd name="p0y4" fmla="*/ 120 h 480"/>
              <a:gd name="p0x5" fmla="*/ 480 w 480"/>
              <a:gd name="p0y5" fmla="*/ 360 h 480"/>
              <a:gd name="p0x6" fmla="*/ 480 w 480"/>
              <a:gd name="p0y6" fmla="*/ 426 h 480"/>
              <a:gd name="p0x7" fmla="*/ 426 w 480"/>
              <a:gd name="p0y7" fmla="*/ 480 h 480"/>
              <a:gd name="p0x8" fmla="*/ 360 w 480"/>
              <a:gd name="p0y8" fmla="*/ 480 h 480"/>
              <a:gd name="p0x9" fmla="*/ 120 w 480"/>
              <a:gd name="p0y9" fmla="*/ 480 h 480"/>
              <a:gd name="p0x10" fmla="*/ 53 w 480"/>
              <a:gd name="p0y10" fmla="*/ 480 h 480"/>
              <a:gd name="p0x11" fmla="*/ 0 w 480"/>
              <a:gd name="p0y11" fmla="*/ 426 h 480"/>
              <a:gd name="p0x12" fmla="*/ 0 w 480"/>
              <a:gd name="p0y12" fmla="*/ 360 h 480"/>
              <a:gd name="p0x13" fmla="*/ 0 w 480"/>
              <a:gd name="p0y13" fmla="*/ 120 h 480"/>
              <a:gd name="p0x14" fmla="*/ 0 w 480"/>
              <a:gd name="p0y14" fmla="*/ 53 h 480"/>
              <a:gd name="p0x15" fmla="*/ 53 w 480"/>
              <a:gd name="p0y15" fmla="*/ 0 h 480"/>
              <a:gd name="p0x16" fmla="*/ 120 w 480"/>
              <a:gd name="p0y16" fmla="*/ 0 h 4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-10714" b="-10714"/>
          <a:stretch>
            <a:fillRect/>
          </a:stretch>
        </p:blipFill>
        <p:spPr>
          <a:xfrm>
            <a:off x="232410" y="1425575"/>
            <a:ext cx="190500" cy="161925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568960" y="1385570"/>
            <a:ext cx="890270" cy="2476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环境</a:t>
            </a:r>
            <a:endParaRPr lang="zh-CN" altLang="en-US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任意多边形 7"/>
          <p:cNvSpPr/>
          <p:nvPr>
            <p:custDataLst>
              <p:tags r:id="rId9"/>
            </p:custDataLst>
          </p:nvPr>
        </p:nvSpPr>
        <p:spPr>
          <a:xfrm>
            <a:off x="4002405" y="480060"/>
            <a:ext cx="3834130" cy="6919595"/>
          </a:xfrm>
          <a:custGeom>
            <a:avLst/>
            <a:gdLst>
              <a:gd name="sw" fmla="*/ 1 w 8715"/>
              <a:gd name="sh" fmla="*/ 1 h 8235"/>
              <a:gd name="mins" fmla="min sw sh"/>
              <a:gd name="dsw" fmla="+- 0 sw mins"/>
              <a:gd name="dsh" fmla="+- 0 sh mins"/>
              <a:gd name="p0x0" fmla="*/ 240 w 8715"/>
              <a:gd name="p0y0" fmla="*/ 0 h 8235"/>
              <a:gd name="p0x1" fmla="*/ 8475 w 8715"/>
              <a:gd name="p0y1" fmla="*/ 0 h 8235"/>
              <a:gd name="p0x2" fmla="*/ 8607 w 8715"/>
              <a:gd name="p0y2" fmla="*/ 0 h 8235"/>
              <a:gd name="p0x3" fmla="*/ 8715 w 8715"/>
              <a:gd name="p0y3" fmla="*/ 107 h 8235"/>
              <a:gd name="p0x4" fmla="*/ 8715 w 8715"/>
              <a:gd name="p0y4" fmla="*/ 240 h 8235"/>
              <a:gd name="p0x5" fmla="*/ 8715 w 8715"/>
              <a:gd name="p0y5" fmla="*/ 7995 h 8235"/>
              <a:gd name="p0x6" fmla="*/ 8715 w 8715"/>
              <a:gd name="p0y6" fmla="*/ 8127 h 8235"/>
              <a:gd name="p0x7" fmla="*/ 8607 w 8715"/>
              <a:gd name="p0y7" fmla="*/ 8235 h 8235"/>
              <a:gd name="p0x8" fmla="*/ 8475 w 8715"/>
              <a:gd name="p0y8" fmla="*/ 8235 h 8235"/>
              <a:gd name="p0x9" fmla="*/ 240 w 8715"/>
              <a:gd name="p0y9" fmla="*/ 8235 h 8235"/>
              <a:gd name="p0x10" fmla="*/ 107 w 8715"/>
              <a:gd name="p0y10" fmla="*/ 8235 h 8235"/>
              <a:gd name="p0x11" fmla="*/ 0 w 8715"/>
              <a:gd name="p0y11" fmla="*/ 8127 h 8235"/>
              <a:gd name="p0x12" fmla="*/ 0 w 8715"/>
              <a:gd name="p0y12" fmla="*/ 7995 h 8235"/>
              <a:gd name="p0x13" fmla="*/ 0 w 8715"/>
              <a:gd name="p0y13" fmla="*/ 240 h 8235"/>
              <a:gd name="p0x14" fmla="*/ 0 w 8715"/>
              <a:gd name="p0y14" fmla="*/ 107 h 8235"/>
              <a:gd name="p0x15" fmla="*/ 107 w 8715"/>
              <a:gd name="p0y15" fmla="*/ 0 h 8235"/>
              <a:gd name="p0x16" fmla="*/ 240 w 8715"/>
              <a:gd name="p0y16" fmla="*/ 0 h 82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blipFill rotWithShape="1">
            <a:blip r:embed="rId10"/>
            <a:stretch>
              <a:fillRect t="10290" b="10290"/>
            </a:stretch>
          </a:blipFill>
          <a:ln w="9525" cmpd="sng">
            <a:solidFill>
              <a:srgbClr val="E2E8F0"/>
            </a:solidFill>
            <a:prstDash val="solid"/>
          </a:ln>
          <a:effectLst>
            <a:outerShdw blurRad="285750" dist="38100" dir="5399999" algn="ctr" rotWithShape="0">
              <a:srgbClr val="0F172A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4676140" y="733425"/>
            <a:ext cx="1830705" cy="2476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循环</a:t>
            </a:r>
            <a:endParaRPr lang="zh-CN" altLang="en-US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任意多边形 29"/>
          <p:cNvSpPr/>
          <p:nvPr>
            <p:custDataLst>
              <p:tags r:id="rId12"/>
            </p:custDataLst>
          </p:nvPr>
        </p:nvSpPr>
        <p:spPr>
          <a:xfrm>
            <a:off x="4235450" y="691515"/>
            <a:ext cx="304800" cy="304800"/>
          </a:xfrm>
          <a:custGeom>
            <a:avLst/>
            <a:gdLst>
              <a:gd name="sw" fmla="*/ 1 w 480"/>
              <a:gd name="sh" fmla="*/ 1 h 480"/>
              <a:gd name="mins" fmla="min sw sh"/>
              <a:gd name="dsw" fmla="+- 0 sw mins"/>
              <a:gd name="dsh" fmla="+- 0 sh mins"/>
              <a:gd name="p0x0" fmla="*/ 120 w 480"/>
              <a:gd name="p0y0" fmla="*/ 0 h 480"/>
              <a:gd name="p0x1" fmla="*/ 360 w 480"/>
              <a:gd name="p0y1" fmla="*/ 0 h 480"/>
              <a:gd name="p0x2" fmla="*/ 426 w 480"/>
              <a:gd name="p0y2" fmla="*/ 0 h 480"/>
              <a:gd name="p0x3" fmla="*/ 480 w 480"/>
              <a:gd name="p0y3" fmla="*/ 53 h 480"/>
              <a:gd name="p0x4" fmla="*/ 480 w 480"/>
              <a:gd name="p0y4" fmla="*/ 120 h 480"/>
              <a:gd name="p0x5" fmla="*/ 480 w 480"/>
              <a:gd name="p0y5" fmla="*/ 360 h 480"/>
              <a:gd name="p0x6" fmla="*/ 480 w 480"/>
              <a:gd name="p0y6" fmla="*/ 426 h 480"/>
              <a:gd name="p0x7" fmla="*/ 426 w 480"/>
              <a:gd name="p0y7" fmla="*/ 480 h 480"/>
              <a:gd name="p0x8" fmla="*/ 360 w 480"/>
              <a:gd name="p0y8" fmla="*/ 480 h 480"/>
              <a:gd name="p0x9" fmla="*/ 120 w 480"/>
              <a:gd name="p0y9" fmla="*/ 480 h 480"/>
              <a:gd name="p0x10" fmla="*/ 53 w 480"/>
              <a:gd name="p0y10" fmla="*/ 480 h 480"/>
              <a:gd name="p0x11" fmla="*/ 0 w 480"/>
              <a:gd name="p0y11" fmla="*/ 426 h 480"/>
              <a:gd name="p0x12" fmla="*/ 0 w 480"/>
              <a:gd name="p0y12" fmla="*/ 360 h 480"/>
              <a:gd name="p0x13" fmla="*/ 0 w 480"/>
              <a:gd name="p0y13" fmla="*/ 120 h 480"/>
              <a:gd name="p0x14" fmla="*/ 0 w 480"/>
              <a:gd name="p0y14" fmla="*/ 53 h 480"/>
              <a:gd name="p0x15" fmla="*/ 53 w 480"/>
              <a:gd name="p0y15" fmla="*/ 0 h 480"/>
              <a:gd name="p0x16" fmla="*/ 120 w 480"/>
              <a:gd name="p0y16" fmla="*/ 0 h 4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1" name="图片 30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-10714" b="-10714"/>
          <a:stretch>
            <a:fillRect/>
          </a:stretch>
        </p:blipFill>
        <p:spPr>
          <a:xfrm>
            <a:off x="4292600" y="762635"/>
            <a:ext cx="190500" cy="16192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82325" y="0"/>
            <a:ext cx="1172845" cy="1106805"/>
          </a:xfrm>
          <a:prstGeom prst="rect">
            <a:avLst/>
          </a:prstGeom>
        </p:spPr>
      </p:pic>
      <p:sp>
        <p:nvSpPr>
          <p:cNvPr id="12" name="任意多边形 11"/>
          <p:cNvSpPr/>
          <p:nvPr>
            <p:custDataLst>
              <p:tags r:id="rId15"/>
            </p:custDataLst>
          </p:nvPr>
        </p:nvSpPr>
        <p:spPr>
          <a:xfrm>
            <a:off x="7875905" y="480060"/>
            <a:ext cx="4136390" cy="6918960"/>
          </a:xfrm>
          <a:custGeom>
            <a:avLst/>
            <a:gdLst>
              <a:gd name="sw" fmla="*/ 1 w 8715"/>
              <a:gd name="sh" fmla="*/ 1 h 8235"/>
              <a:gd name="mins" fmla="min sw sh"/>
              <a:gd name="dsw" fmla="+- 0 sw mins"/>
              <a:gd name="dsh" fmla="+- 0 sh mins"/>
              <a:gd name="p0x0" fmla="*/ 240 w 8715"/>
              <a:gd name="p0y0" fmla="*/ 0 h 8235"/>
              <a:gd name="p0x1" fmla="*/ 8475 w 8715"/>
              <a:gd name="p0y1" fmla="*/ 0 h 8235"/>
              <a:gd name="p0x2" fmla="*/ 8607 w 8715"/>
              <a:gd name="p0y2" fmla="*/ 0 h 8235"/>
              <a:gd name="p0x3" fmla="*/ 8715 w 8715"/>
              <a:gd name="p0y3" fmla="*/ 107 h 8235"/>
              <a:gd name="p0x4" fmla="*/ 8715 w 8715"/>
              <a:gd name="p0y4" fmla="*/ 240 h 8235"/>
              <a:gd name="p0x5" fmla="*/ 8715 w 8715"/>
              <a:gd name="p0y5" fmla="*/ 7995 h 8235"/>
              <a:gd name="p0x6" fmla="*/ 8715 w 8715"/>
              <a:gd name="p0y6" fmla="*/ 8127 h 8235"/>
              <a:gd name="p0x7" fmla="*/ 8607 w 8715"/>
              <a:gd name="p0y7" fmla="*/ 8235 h 8235"/>
              <a:gd name="p0x8" fmla="*/ 8475 w 8715"/>
              <a:gd name="p0y8" fmla="*/ 8235 h 8235"/>
              <a:gd name="p0x9" fmla="*/ 240 w 8715"/>
              <a:gd name="p0y9" fmla="*/ 8235 h 8235"/>
              <a:gd name="p0x10" fmla="*/ 107 w 8715"/>
              <a:gd name="p0y10" fmla="*/ 8235 h 8235"/>
              <a:gd name="p0x11" fmla="*/ 0 w 8715"/>
              <a:gd name="p0y11" fmla="*/ 8127 h 8235"/>
              <a:gd name="p0x12" fmla="*/ 0 w 8715"/>
              <a:gd name="p0y12" fmla="*/ 7995 h 8235"/>
              <a:gd name="p0x13" fmla="*/ 0 w 8715"/>
              <a:gd name="p0y13" fmla="*/ 240 h 8235"/>
              <a:gd name="p0x14" fmla="*/ 0 w 8715"/>
              <a:gd name="p0y14" fmla="*/ 107 h 8235"/>
              <a:gd name="p0x15" fmla="*/ 107 w 8715"/>
              <a:gd name="p0y15" fmla="*/ 0 h 8235"/>
              <a:gd name="p0x16" fmla="*/ 240 w 8715"/>
              <a:gd name="p0y16" fmla="*/ 0 h 82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blipFill rotWithShape="1">
            <a:blip r:embed="rId16"/>
            <a:stretch>
              <a:fillRect t="10290" b="10290"/>
            </a:stretch>
          </a:blipFill>
          <a:ln w="9525" cmpd="sng">
            <a:solidFill>
              <a:srgbClr val="E2E8F0"/>
            </a:solidFill>
            <a:prstDash val="solid"/>
          </a:ln>
          <a:effectLst>
            <a:outerShdw blurRad="285750" dist="38100" dir="5399999" algn="ctr" rotWithShape="0">
              <a:srgbClr val="0F172A">
                <a:alpha val="7843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任意多边形 12"/>
          <p:cNvSpPr/>
          <p:nvPr>
            <p:custDataLst>
              <p:tags r:id="rId17"/>
            </p:custDataLst>
          </p:nvPr>
        </p:nvSpPr>
        <p:spPr>
          <a:xfrm>
            <a:off x="8068310" y="702310"/>
            <a:ext cx="304800" cy="304800"/>
          </a:xfrm>
          <a:custGeom>
            <a:avLst/>
            <a:gdLst>
              <a:gd name="sw" fmla="*/ 1 w 480"/>
              <a:gd name="sh" fmla="*/ 1 h 480"/>
              <a:gd name="mins" fmla="min sw sh"/>
              <a:gd name="dsw" fmla="+- 0 sw mins"/>
              <a:gd name="dsh" fmla="+- 0 sh mins"/>
              <a:gd name="p0x0" fmla="*/ 120 w 480"/>
              <a:gd name="p0y0" fmla="*/ 0 h 480"/>
              <a:gd name="p0x1" fmla="*/ 360 w 480"/>
              <a:gd name="p0y1" fmla="*/ 0 h 480"/>
              <a:gd name="p0x2" fmla="*/ 426 w 480"/>
              <a:gd name="p0y2" fmla="*/ 0 h 480"/>
              <a:gd name="p0x3" fmla="*/ 480 w 480"/>
              <a:gd name="p0y3" fmla="*/ 53 h 480"/>
              <a:gd name="p0x4" fmla="*/ 480 w 480"/>
              <a:gd name="p0y4" fmla="*/ 120 h 480"/>
              <a:gd name="p0x5" fmla="*/ 480 w 480"/>
              <a:gd name="p0y5" fmla="*/ 360 h 480"/>
              <a:gd name="p0x6" fmla="*/ 480 w 480"/>
              <a:gd name="p0y6" fmla="*/ 426 h 480"/>
              <a:gd name="p0x7" fmla="*/ 426 w 480"/>
              <a:gd name="p0y7" fmla="*/ 480 h 480"/>
              <a:gd name="p0x8" fmla="*/ 360 w 480"/>
              <a:gd name="p0y8" fmla="*/ 480 h 480"/>
              <a:gd name="p0x9" fmla="*/ 120 w 480"/>
              <a:gd name="p0y9" fmla="*/ 480 h 480"/>
              <a:gd name="p0x10" fmla="*/ 53 w 480"/>
              <a:gd name="p0y10" fmla="*/ 480 h 480"/>
              <a:gd name="p0x11" fmla="*/ 0 w 480"/>
              <a:gd name="p0y11" fmla="*/ 426 h 480"/>
              <a:gd name="p0x12" fmla="*/ 0 w 480"/>
              <a:gd name="p0y12" fmla="*/ 360 h 480"/>
              <a:gd name="p0x13" fmla="*/ 0 w 480"/>
              <a:gd name="p0y13" fmla="*/ 120 h 480"/>
              <a:gd name="p0x14" fmla="*/ 0 w 480"/>
              <a:gd name="p0y14" fmla="*/ 53 h 480"/>
              <a:gd name="p0x15" fmla="*/ 53 w 480"/>
              <a:gd name="p0y15" fmla="*/ 0 h 480"/>
              <a:gd name="p0x16" fmla="*/ 120 w 480"/>
              <a:gd name="p0y16" fmla="*/ 0 h 4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-10714" b="-10714"/>
          <a:stretch>
            <a:fillRect/>
          </a:stretch>
        </p:blipFill>
        <p:spPr>
          <a:xfrm>
            <a:off x="8125460" y="773430"/>
            <a:ext cx="190500" cy="161925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9"/>
            </p:custDataLst>
          </p:nvPr>
        </p:nvSpPr>
        <p:spPr>
          <a:xfrm>
            <a:off x="8462010" y="733425"/>
            <a:ext cx="890270" cy="2476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画图</a:t>
            </a:r>
            <a:endParaRPr lang="zh-CN" altLang="en-US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457200" y="409575"/>
            <a:ext cx="4917440" cy="571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sz="30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费米面与有效质量</a:t>
            </a:r>
            <a:r>
              <a:rPr lang="zh-CN" sz="30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计算</a:t>
            </a:r>
            <a:endParaRPr lang="zh-CN" sz="3000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4000"/>
              </a:lnSpc>
            </a:pPr>
            <a:endParaRPr lang="zh-CN" sz="3000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任意多边形 2"/>
          <p:cNvSpPr/>
          <p:nvPr>
            <p:custDataLst>
              <p:tags r:id="rId2"/>
            </p:custDataLst>
          </p:nvPr>
        </p:nvSpPr>
        <p:spPr>
          <a:xfrm>
            <a:off x="457200" y="1162050"/>
            <a:ext cx="3619500" cy="5238750"/>
          </a:xfrm>
          <a:custGeom>
            <a:avLst/>
            <a:gdLst>
              <a:gd name="sw" fmla="*/ 1 w 5700"/>
              <a:gd name="sh" fmla="*/ 1 h 8250"/>
              <a:gd name="mins" fmla="min sw sh"/>
              <a:gd name="dsw" fmla="+- 0 sw mins"/>
              <a:gd name="dsh" fmla="+- 0 sh mins"/>
              <a:gd name="p0x0" fmla="*/ 240 w 5700"/>
              <a:gd name="p0y0" fmla="*/ 0 h 8250"/>
              <a:gd name="p0x1" fmla="*/ 5460 w 5700"/>
              <a:gd name="p0y1" fmla="*/ 0 h 8250"/>
              <a:gd name="p0x2" fmla="*/ 5592 w 5700"/>
              <a:gd name="p0y2" fmla="*/ 0 h 8250"/>
              <a:gd name="p0x3" fmla="*/ 5700 w 5700"/>
              <a:gd name="p0y3" fmla="*/ 107 h 8250"/>
              <a:gd name="p0x4" fmla="*/ 5700 w 5700"/>
              <a:gd name="p0y4" fmla="*/ 240 h 8250"/>
              <a:gd name="p0x5" fmla="*/ 5700 w 5700"/>
              <a:gd name="p0y5" fmla="*/ 8010 h 8250"/>
              <a:gd name="p0x6" fmla="*/ 5700 w 5700"/>
              <a:gd name="p0y6" fmla="*/ 8142 h 8250"/>
              <a:gd name="p0x7" fmla="*/ 5592 w 5700"/>
              <a:gd name="p0y7" fmla="*/ 8250 h 8250"/>
              <a:gd name="p0x8" fmla="*/ 5460 w 5700"/>
              <a:gd name="p0y8" fmla="*/ 8250 h 8250"/>
              <a:gd name="p0x9" fmla="*/ 240 w 5700"/>
              <a:gd name="p0y9" fmla="*/ 8250 h 8250"/>
              <a:gd name="p0x10" fmla="*/ 107 w 5700"/>
              <a:gd name="p0y10" fmla="*/ 8250 h 8250"/>
              <a:gd name="p0x11" fmla="*/ 0 w 5700"/>
              <a:gd name="p0y11" fmla="*/ 8142 h 8250"/>
              <a:gd name="p0x12" fmla="*/ 0 w 5700"/>
              <a:gd name="p0y12" fmla="*/ 8010 h 8250"/>
              <a:gd name="p0x13" fmla="*/ 0 w 5700"/>
              <a:gd name="p0y13" fmla="*/ 240 h 8250"/>
              <a:gd name="p0x14" fmla="*/ 0 w 5700"/>
              <a:gd name="p0y14" fmla="*/ 107 h 8250"/>
              <a:gd name="p0x15" fmla="*/ 107 w 5700"/>
              <a:gd name="p0y15" fmla="*/ 0 h 8250"/>
              <a:gd name="p0x16" fmla="*/ 240 w 5700"/>
              <a:gd name="p0y16" fmla="*/ 0 h 82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0F172A"/>
              </a:gs>
              <a:gs pos="100000">
                <a:srgbClr val="334155"/>
              </a:gs>
            </a:gsLst>
            <a:lin ang="3300000"/>
          </a:gradFill>
          <a:ln>
            <a:noFill/>
          </a:ln>
          <a:effectLst>
            <a:outerShdw blurRad="428625" dist="95250" dir="5399999" algn="ctr" rotWithShape="0">
              <a:srgbClr val="0F172A">
                <a:alpha val="2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53" name="组合 52"/>
          <p:cNvGrpSpPr/>
          <p:nvPr/>
        </p:nvGrpSpPr>
        <p:grpSpPr>
          <a:xfrm>
            <a:off x="723900" y="1428750"/>
            <a:ext cx="3086100" cy="332740"/>
            <a:chOff x="1140" y="2250"/>
            <a:chExt cx="4860" cy="524"/>
          </a:xfrm>
        </p:grpSpPr>
        <p:sp>
          <p:nvSpPr>
            <p:cNvPr id="4" name="任意多边形 3"/>
            <p:cNvSpPr/>
            <p:nvPr>
              <p:custDataLst>
                <p:tags r:id="rId3"/>
              </p:custDataLst>
            </p:nvPr>
          </p:nvSpPr>
          <p:spPr>
            <a:xfrm>
              <a:off x="1140" y="2250"/>
              <a:ext cx="4860" cy="525"/>
            </a:xfrm>
            <a:custGeom>
              <a:avLst/>
              <a:gdLst>
                <a:gd name="sw" fmla="*/ 1 w 4860"/>
                <a:gd name="sh" fmla="*/ 1 h 525"/>
                <a:gd name="mins" fmla="min sw sh"/>
                <a:gd name="dsw" fmla="+- 0 sw mins"/>
                <a:gd name="dsh" fmla="+- 0 sh mins"/>
                <a:gd name="p0x0" fmla="*/ 0 w 4860"/>
                <a:gd name="p0y0" fmla="*/ 0 h 525"/>
                <a:gd name="p0x1" fmla="*/ 4860 w 4860"/>
                <a:gd name="p0y1" fmla="*/ 0 h 525"/>
                <a:gd name="p0x2" fmla="*/ 4860 w 4860"/>
                <a:gd name="p0y2" fmla="*/ 525 h 525"/>
                <a:gd name="p0x3" fmla="*/ 0 w 4860"/>
                <a:gd name="p0y3" fmla="*/ 525 h 525"/>
                <a:gd name="p0x4" fmla="*/ 0 w 4860"/>
                <a:gd name="p0y4" fmla="*/ 0 h 52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任意多边形 4"/>
            <p:cNvSpPr/>
            <p:nvPr>
              <p:custDataLst>
                <p:tags r:id="rId4"/>
              </p:custDataLst>
            </p:nvPr>
          </p:nvSpPr>
          <p:spPr>
            <a:xfrm>
              <a:off x="1140" y="2250"/>
              <a:ext cx="75" cy="525"/>
            </a:xfrm>
            <a:custGeom>
              <a:avLst/>
              <a:gdLst>
                <a:gd name="sw" fmla="*/ 1 w 75"/>
                <a:gd name="sh" fmla="*/ 1 h 525"/>
                <a:gd name="mins" fmla="min sw sh"/>
                <a:gd name="dsw" fmla="+- 0 sw mins"/>
                <a:gd name="dsh" fmla="+- 0 sh mins"/>
                <a:gd name="p0x0" fmla="*/ 0 w 75"/>
                <a:gd name="p0y0" fmla="*/ 525 h 525"/>
                <a:gd name="p0x1" fmla="*/ 0 w 75"/>
                <a:gd name="p0y1" fmla="*/ 0 h 525"/>
                <a:gd name="p0x2" fmla="*/ 75 w 75"/>
                <a:gd name="p0y2" fmla="*/ 0 h 525"/>
                <a:gd name="p0x3" fmla="*/ 75 w 75"/>
                <a:gd name="p0y3" fmla="*/ 525 h 525"/>
                <a:gd name="p0x4" fmla="*/ 0 w 75"/>
                <a:gd name="p0y4" fmla="*/ 525 h 52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1000125" y="1428750"/>
            <a:ext cx="2809875" cy="3333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核心原理</a:t>
            </a:r>
            <a:endParaRPr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6"/>
            </p:custDataLst>
          </p:nvPr>
        </p:nvSpPr>
        <p:spPr>
          <a:xfrm>
            <a:off x="723900" y="3276600"/>
            <a:ext cx="3086100" cy="2857500"/>
          </a:xfrm>
          <a:custGeom>
            <a:avLst/>
            <a:gdLst>
              <a:gd name="sw" fmla="*/ 1 w 4860"/>
              <a:gd name="sh" fmla="*/ 1 h 4500"/>
              <a:gd name="mins" fmla="min sw sh"/>
              <a:gd name="dsw" fmla="+- 0 sw mins"/>
              <a:gd name="dsh" fmla="+- 0 sh mins"/>
              <a:gd name="p0x0" fmla="*/ 180 w 4860"/>
              <a:gd name="p0y0" fmla="*/ 0 h 4500"/>
              <a:gd name="p0x1" fmla="*/ 4680 w 4860"/>
              <a:gd name="p0y1" fmla="*/ 0 h 4500"/>
              <a:gd name="p0x2" fmla="*/ 4779 w 4860"/>
              <a:gd name="p0y2" fmla="*/ 0 h 4500"/>
              <a:gd name="p0x3" fmla="*/ 4860 w 4860"/>
              <a:gd name="p0y3" fmla="*/ 80 h 4500"/>
              <a:gd name="p0x4" fmla="*/ 4860 w 4860"/>
              <a:gd name="p0y4" fmla="*/ 180 h 4500"/>
              <a:gd name="p0x5" fmla="*/ 4860 w 4860"/>
              <a:gd name="p0y5" fmla="*/ 4320 h 4500"/>
              <a:gd name="p0x6" fmla="*/ 4860 w 4860"/>
              <a:gd name="p0y6" fmla="*/ 4419 h 4500"/>
              <a:gd name="p0x7" fmla="*/ 4779 w 4860"/>
              <a:gd name="p0y7" fmla="*/ 4500 h 4500"/>
              <a:gd name="p0x8" fmla="*/ 4680 w 4860"/>
              <a:gd name="p0y8" fmla="*/ 4500 h 4500"/>
              <a:gd name="p0x9" fmla="*/ 180 w 4860"/>
              <a:gd name="p0y9" fmla="*/ 4500 h 4500"/>
              <a:gd name="p0x10" fmla="*/ 80 w 4860"/>
              <a:gd name="p0y10" fmla="*/ 4500 h 4500"/>
              <a:gd name="p0x11" fmla="*/ 0 w 4860"/>
              <a:gd name="p0y11" fmla="*/ 4419 h 4500"/>
              <a:gd name="p0x12" fmla="*/ 0 w 4860"/>
              <a:gd name="p0y12" fmla="*/ 4320 h 4500"/>
              <a:gd name="p0x13" fmla="*/ 0 w 4860"/>
              <a:gd name="p0y13" fmla="*/ 180 h 4500"/>
              <a:gd name="p0x14" fmla="*/ 0 w 4860"/>
              <a:gd name="p0y14" fmla="*/ 80 h 4500"/>
              <a:gd name="p0x15" fmla="*/ 80 w 4860"/>
              <a:gd name="p0y15" fmla="*/ 0 h 4500"/>
              <a:gd name="p0x16" fmla="*/ 180 w 4860"/>
              <a:gd name="p0y16" fmla="*/ 0 h 45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>
            <p:custDataLst>
              <p:tags r:id="rId7"/>
            </p:custDataLst>
          </p:nvPr>
        </p:nvSpPr>
        <p:spPr>
          <a:xfrm>
            <a:off x="1800225" y="3500120"/>
            <a:ext cx="1155700" cy="190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数据分析</a:t>
            </a:r>
            <a:r>
              <a:rPr lang="zh-CN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流程</a:t>
            </a:r>
            <a:endParaRPr lang="zh-CN"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723900" y="1876425"/>
            <a:ext cx="3086100" cy="7327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just">
              <a:lnSpc>
                <a:spcPct val="133000"/>
              </a:lnSpc>
            </a:pPr>
            <a:r>
              <a:rPr lang="zh-CN" altLang="en-US" sz="1600">
                <a:solidFill>
                  <a:srgbClr val="FFFFFF">
                    <a:alpha val="95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频率公式计算费米面截面积</a:t>
            </a:r>
            <a:endParaRPr lang="zh-CN" altLang="en-US" sz="1600">
              <a:solidFill>
                <a:srgbClr val="FFFFFF">
                  <a:alpha val="95000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just">
              <a:lnSpc>
                <a:spcPct val="133000"/>
              </a:lnSpc>
            </a:pPr>
            <a:r>
              <a:rPr lang="en-US" altLang="zh-CN" sz="1600">
                <a:solidFill>
                  <a:srgbClr val="FFFFFF">
                    <a:alpha val="95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RT</a:t>
            </a:r>
            <a:r>
              <a:rPr lang="zh-CN" altLang="en-US" sz="1600">
                <a:solidFill>
                  <a:srgbClr val="FFFFFF">
                    <a:alpha val="95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公式拟合载流子有效质量</a:t>
            </a:r>
            <a:endParaRPr lang="zh-CN" altLang="en-US" sz="1600">
              <a:solidFill>
                <a:srgbClr val="FFFFFF">
                  <a:alpha val="95000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任意多边形 10"/>
          <p:cNvSpPr/>
          <p:nvPr>
            <p:custDataLst>
              <p:tags r:id="rId9"/>
            </p:custDataLst>
          </p:nvPr>
        </p:nvSpPr>
        <p:spPr>
          <a:xfrm>
            <a:off x="1049655" y="3823970"/>
            <a:ext cx="2433955" cy="474345"/>
          </a:xfrm>
          <a:custGeom>
            <a:avLst/>
            <a:gdLst>
              <a:gd name="sw" fmla="*/ 1 w 3833"/>
              <a:gd name="sh" fmla="*/ 1 h 747"/>
              <a:gd name="mins" fmla="min sw sh"/>
              <a:gd name="dsw" fmla="+- 0 sw mins"/>
              <a:gd name="dsh" fmla="+- 0 sh mins"/>
              <a:gd name="p0x0" fmla="*/ 90 w 3833"/>
              <a:gd name="p0y0" fmla="*/ 0 h 747"/>
              <a:gd name="p0x1" fmla="*/ 3743 w 3833"/>
              <a:gd name="p0y1" fmla="*/ 0 h 747"/>
              <a:gd name="p0x2" fmla="*/ 3793 w 3833"/>
              <a:gd name="p0y2" fmla="*/ 0 h 747"/>
              <a:gd name="p0x3" fmla="*/ 3833 w 3833"/>
              <a:gd name="p0y3" fmla="*/ 40 h 747"/>
              <a:gd name="p0x4" fmla="*/ 3833 w 3833"/>
              <a:gd name="p0y4" fmla="*/ 90 h 747"/>
              <a:gd name="p0x5" fmla="*/ 3833 w 3833"/>
              <a:gd name="p0y5" fmla="*/ 657 h 747"/>
              <a:gd name="p0x6" fmla="*/ 3833 w 3833"/>
              <a:gd name="p0y6" fmla="*/ 707 h 747"/>
              <a:gd name="p0x7" fmla="*/ 3793 w 3833"/>
              <a:gd name="p0y7" fmla="*/ 747 h 747"/>
              <a:gd name="p0x8" fmla="*/ 3743 w 3833"/>
              <a:gd name="p0y8" fmla="*/ 747 h 747"/>
              <a:gd name="p0x9" fmla="*/ 90 w 3833"/>
              <a:gd name="p0y9" fmla="*/ 747 h 747"/>
              <a:gd name="p0x10" fmla="*/ 40 w 3833"/>
              <a:gd name="p0y10" fmla="*/ 747 h 747"/>
              <a:gd name="p0x11" fmla="*/ 0 w 3833"/>
              <a:gd name="p0y11" fmla="*/ 707 h 747"/>
              <a:gd name="p0x12" fmla="*/ 0 w 3833"/>
              <a:gd name="p0y12" fmla="*/ 657 h 747"/>
              <a:gd name="p0x13" fmla="*/ 0 w 3833"/>
              <a:gd name="p0y13" fmla="*/ 90 h 747"/>
              <a:gd name="p0x14" fmla="*/ 0 w 3833"/>
              <a:gd name="p0y14" fmla="*/ 40 h 747"/>
              <a:gd name="p0x15" fmla="*/ 40 w 3833"/>
              <a:gd name="p0y15" fmla="*/ 0 h 747"/>
              <a:gd name="p0x16" fmla="*/ 90 w 3833"/>
              <a:gd name="p0y16" fmla="*/ 0 h 74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85725" dist="38100" dir="5399999" algn="ctr" rotWithShape="0">
              <a:srgbClr val="000000">
                <a:alpha val="10196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1778794" y="3938435"/>
            <a:ext cx="976313" cy="24601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lang="zh-CN" sz="14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费米面</a:t>
            </a:r>
            <a:endParaRPr lang="zh-CN" sz="1400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11"/>
            </p:custDataLst>
          </p:nvPr>
        </p:nvSpPr>
        <p:spPr>
          <a:xfrm>
            <a:off x="1454785" y="4374515"/>
            <a:ext cx="1623060" cy="478155"/>
          </a:xfrm>
          <a:custGeom>
            <a:avLst/>
            <a:gdLst>
              <a:gd name="sw" fmla="*/ 1 w 2555"/>
              <a:gd name="sh" fmla="*/ 1 h 752"/>
              <a:gd name="mins" fmla="min sw sh"/>
              <a:gd name="dsw" fmla="+- 0 sw mins"/>
              <a:gd name="dsh" fmla="+- 0 sh mins"/>
              <a:gd name="p0x0" fmla="*/ 90 w 2555"/>
              <a:gd name="p0y0" fmla="*/ 0 h 752"/>
              <a:gd name="p0x1" fmla="*/ 2465 w 2555"/>
              <a:gd name="p0y1" fmla="*/ 0 h 752"/>
              <a:gd name="p0x2" fmla="*/ 2515 w 2555"/>
              <a:gd name="p0y2" fmla="*/ 0 h 752"/>
              <a:gd name="p0x3" fmla="*/ 2555 w 2555"/>
              <a:gd name="p0y3" fmla="*/ 40 h 752"/>
              <a:gd name="p0x4" fmla="*/ 2555 w 2555"/>
              <a:gd name="p0y4" fmla="*/ 90 h 752"/>
              <a:gd name="p0x5" fmla="*/ 2555 w 2555"/>
              <a:gd name="p0y5" fmla="*/ 662 h 752"/>
              <a:gd name="p0x6" fmla="*/ 2555 w 2555"/>
              <a:gd name="p0y6" fmla="*/ 712 h 752"/>
              <a:gd name="p0x7" fmla="*/ 2515 w 2555"/>
              <a:gd name="p0y7" fmla="*/ 752 h 752"/>
              <a:gd name="p0x8" fmla="*/ 2465 w 2555"/>
              <a:gd name="p0y8" fmla="*/ 752 h 752"/>
              <a:gd name="p0x9" fmla="*/ 90 w 2555"/>
              <a:gd name="p0y9" fmla="*/ 752 h 752"/>
              <a:gd name="p0x10" fmla="*/ 40 w 2555"/>
              <a:gd name="p0y10" fmla="*/ 752 h 752"/>
              <a:gd name="p0x11" fmla="*/ 0 w 2555"/>
              <a:gd name="p0y11" fmla="*/ 712 h 752"/>
              <a:gd name="p0x12" fmla="*/ 0 w 2555"/>
              <a:gd name="p0y12" fmla="*/ 662 h 752"/>
              <a:gd name="p0x13" fmla="*/ 0 w 2555"/>
              <a:gd name="p0y13" fmla="*/ 90 h 752"/>
              <a:gd name="p0x14" fmla="*/ 0 w 2555"/>
              <a:gd name="p0y14" fmla="*/ 40 h 752"/>
              <a:gd name="p0x15" fmla="*/ 40 w 2555"/>
              <a:gd name="p0y15" fmla="*/ 0 h 752"/>
              <a:gd name="p0x16" fmla="*/ 90 w 2555"/>
              <a:gd name="p0y16" fmla="*/ 0 h 75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1F5F9"/>
          </a:solidFill>
          <a:ln>
            <a:noFill/>
          </a:ln>
          <a:effectLst>
            <a:outerShdw blurRad="85725" dist="38100" dir="5399999" algn="ctr" rotWithShape="0">
              <a:srgbClr val="000000">
                <a:alpha val="10196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1776336" y="4489256"/>
            <a:ext cx="964406" cy="24950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lang="zh-CN" sz="1400" b="1" i="1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有效质量</a:t>
            </a:r>
            <a:endParaRPr lang="zh-CN" sz="1400" b="1" i="1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13"/>
            </p:custDataLst>
          </p:nvPr>
        </p:nvSpPr>
        <p:spPr>
          <a:xfrm>
            <a:off x="1860550" y="4986020"/>
            <a:ext cx="811530" cy="885825"/>
          </a:xfrm>
          <a:custGeom>
            <a:avLst/>
            <a:gdLst>
              <a:gd name="sw" fmla="*/ 1 w 1277"/>
              <a:gd name="sh" fmla="*/ 1 h 1395"/>
              <a:gd name="mins" fmla="min sw sh"/>
              <a:gd name="dsw" fmla="+- 0 sw mins"/>
              <a:gd name="dsh" fmla="+- 0 sh mins"/>
              <a:gd name="p0x0" fmla="*/ 90 w 1277"/>
              <a:gd name="p0y0" fmla="*/ 0 h 1395"/>
              <a:gd name="p0x1" fmla="*/ 1187 w 1277"/>
              <a:gd name="p0y1" fmla="*/ 0 h 1395"/>
              <a:gd name="p0x2" fmla="*/ 1237 w 1277"/>
              <a:gd name="p0y2" fmla="*/ 0 h 1395"/>
              <a:gd name="p0x3" fmla="*/ 1277 w 1277"/>
              <a:gd name="p0y3" fmla="*/ 40 h 1395"/>
              <a:gd name="p0x4" fmla="*/ 1277 w 1277"/>
              <a:gd name="p0y4" fmla="*/ 90 h 1395"/>
              <a:gd name="p0x5" fmla="*/ 1277 w 1277"/>
              <a:gd name="p0y5" fmla="*/ 1305 h 1395"/>
              <a:gd name="p0x6" fmla="*/ 1277 w 1277"/>
              <a:gd name="p0y6" fmla="*/ 1354 h 1395"/>
              <a:gd name="p0x7" fmla="*/ 1237 w 1277"/>
              <a:gd name="p0y7" fmla="*/ 1395 h 1395"/>
              <a:gd name="p0x8" fmla="*/ 1187 w 1277"/>
              <a:gd name="p0y8" fmla="*/ 1395 h 1395"/>
              <a:gd name="p0x9" fmla="*/ 90 w 1277"/>
              <a:gd name="p0y9" fmla="*/ 1395 h 1395"/>
              <a:gd name="p0x10" fmla="*/ 40 w 1277"/>
              <a:gd name="p0y10" fmla="*/ 1395 h 1395"/>
              <a:gd name="p0x11" fmla="*/ 0 w 1277"/>
              <a:gd name="p0y11" fmla="*/ 1354 h 1395"/>
              <a:gd name="p0x12" fmla="*/ 0 w 1277"/>
              <a:gd name="p0y12" fmla="*/ 1305 h 1395"/>
              <a:gd name="p0x13" fmla="*/ 0 w 1277"/>
              <a:gd name="p0y13" fmla="*/ 90 h 1395"/>
              <a:gd name="p0x14" fmla="*/ 0 w 1277"/>
              <a:gd name="p0y14" fmla="*/ 40 h 1395"/>
              <a:gd name="p0x15" fmla="*/ 40 w 1277"/>
              <a:gd name="p0y15" fmla="*/ 0 h 1395"/>
              <a:gd name="p0x16" fmla="*/ 90 w 1277"/>
              <a:gd name="p0y16" fmla="*/ 0 h 13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  <a:effectLst>
            <a:outerShdw blurRad="85725" dist="38100" dir="5399999" algn="ctr" rotWithShape="0">
              <a:srgbClr val="000000">
                <a:alpha val="10196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2009699" y="5100714"/>
            <a:ext cx="514350" cy="6572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43180" algn="ctr"/>
            <a:r>
              <a:rPr lang="zh-CN" altLang="en-US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重绘</a:t>
            </a:r>
            <a:r>
              <a:rPr lang="zh-CN" altLang="en-US"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曲线</a:t>
            </a:r>
            <a:endParaRPr lang="zh-CN" altLang="en-US"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4267200" y="1162050"/>
            <a:ext cx="3638550" cy="2523490"/>
            <a:chOff x="6720" y="1830"/>
            <a:chExt cx="5730" cy="3974"/>
          </a:xfrm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grpSpPr>
        <p:sp>
          <p:nvSpPr>
            <p:cNvPr id="17" name="任意多边形 16"/>
            <p:cNvSpPr/>
            <p:nvPr>
              <p:custDataLst>
                <p:tags r:id="rId15"/>
              </p:custDataLst>
            </p:nvPr>
          </p:nvSpPr>
          <p:spPr>
            <a:xfrm>
              <a:off x="6720" y="1830"/>
              <a:ext cx="5730" cy="3975"/>
            </a:xfrm>
            <a:custGeom>
              <a:avLst/>
              <a:gdLst>
                <a:gd name="sw" fmla="*/ 1 w 5730"/>
                <a:gd name="sh" fmla="*/ 1 h 3975"/>
                <a:gd name="mins" fmla="min sw sh"/>
                <a:gd name="dsw" fmla="+- 0 sw mins"/>
                <a:gd name="dsh" fmla="+- 0 sh mins"/>
                <a:gd name="p0x0" fmla="*/ 240 w 5730"/>
                <a:gd name="p0y0" fmla="*/ 0 h 3975"/>
                <a:gd name="p0x1" fmla="*/ 5490 w 5730"/>
                <a:gd name="p0y1" fmla="*/ 0 h 3975"/>
                <a:gd name="p0x2" fmla="*/ 5622 w 5730"/>
                <a:gd name="p0y2" fmla="*/ 0 h 3975"/>
                <a:gd name="p0x3" fmla="*/ 5730 w 5730"/>
                <a:gd name="p0y3" fmla="*/ 107 h 3975"/>
                <a:gd name="p0x4" fmla="*/ 5730 w 5730"/>
                <a:gd name="p0y4" fmla="*/ 240 h 3975"/>
                <a:gd name="p0x5" fmla="*/ 5730 w 5730"/>
                <a:gd name="p0y5" fmla="*/ 3735 h 3975"/>
                <a:gd name="p0x6" fmla="*/ 5730 w 5730"/>
                <a:gd name="p0y6" fmla="*/ 3867 h 3975"/>
                <a:gd name="p0x7" fmla="*/ 5622 w 5730"/>
                <a:gd name="p0y7" fmla="*/ 3975 h 3975"/>
                <a:gd name="p0x8" fmla="*/ 5490 w 5730"/>
                <a:gd name="p0y8" fmla="*/ 3975 h 3975"/>
                <a:gd name="p0x9" fmla="*/ 240 w 5730"/>
                <a:gd name="p0y9" fmla="*/ 3975 h 3975"/>
                <a:gd name="p0x10" fmla="*/ 107 w 5730"/>
                <a:gd name="p0y10" fmla="*/ 3975 h 3975"/>
                <a:gd name="p0x11" fmla="*/ 0 w 5730"/>
                <a:gd name="p0y11" fmla="*/ 3867 h 3975"/>
                <a:gd name="p0x12" fmla="*/ 0 w 5730"/>
                <a:gd name="p0y12" fmla="*/ 3735 h 3975"/>
                <a:gd name="p0x13" fmla="*/ 0 w 5730"/>
                <a:gd name="p0y13" fmla="*/ 240 h 3975"/>
                <a:gd name="p0x14" fmla="*/ 0 w 5730"/>
                <a:gd name="p0y14" fmla="*/ 107 h 3975"/>
                <a:gd name="p0x15" fmla="*/ 107 w 5730"/>
                <a:gd name="p0y15" fmla="*/ 0 h 3975"/>
                <a:gd name="p0x16" fmla="*/ 240 w 5730"/>
                <a:gd name="p0y16" fmla="*/ 0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" name="任意多边形 17"/>
            <p:cNvSpPr/>
            <p:nvPr>
              <p:custDataLst>
                <p:tags r:id="rId16"/>
              </p:custDataLst>
            </p:nvPr>
          </p:nvSpPr>
          <p:spPr>
            <a:xfrm>
              <a:off x="6720" y="1830"/>
              <a:ext cx="240" cy="3975"/>
            </a:xfrm>
            <a:custGeom>
              <a:avLst/>
              <a:gdLst>
                <a:gd name="sw" fmla="*/ 1 w 240"/>
                <a:gd name="sh" fmla="*/ 1 h 3975"/>
                <a:gd name="mins" fmla="min sw sh"/>
                <a:gd name="dsw" fmla="+- 0 sw mins"/>
                <a:gd name="dsh" fmla="+- 0 sh mins"/>
                <a:gd name="p0x0" fmla="*/ 0 w 240"/>
                <a:gd name="p0y0" fmla="*/ 3735 h 3975"/>
                <a:gd name="p0x1" fmla="*/ 0 w 240"/>
                <a:gd name="p0y1" fmla="*/ 240 h 3975"/>
                <a:gd name="p0x2" fmla="*/ 0 w 240"/>
                <a:gd name="p0y2" fmla="*/ 107 h 3975"/>
                <a:gd name="p0x3" fmla="*/ 107 w 240"/>
                <a:gd name="p0y3" fmla="*/ 0 h 3975"/>
                <a:gd name="p0x4" fmla="*/ 240 w 240"/>
                <a:gd name="p0y4" fmla="*/ 0 h 3975"/>
                <a:gd name="p0x5" fmla="*/ 157 w 240"/>
                <a:gd name="p0y5" fmla="*/ 0 h 3975"/>
                <a:gd name="p0x6" fmla="*/ 90 w 240"/>
                <a:gd name="p0y6" fmla="*/ 107 h 3975"/>
                <a:gd name="p0x7" fmla="*/ 90 w 240"/>
                <a:gd name="p0y7" fmla="*/ 240 h 3975"/>
                <a:gd name="p0x8" fmla="*/ 90 w 240"/>
                <a:gd name="p0y8" fmla="*/ 3735 h 3975"/>
                <a:gd name="p0x9" fmla="*/ 90 w 240"/>
                <a:gd name="p0y9" fmla="*/ 3867 h 3975"/>
                <a:gd name="p0x10" fmla="*/ 157 w 240"/>
                <a:gd name="p0y10" fmla="*/ 3975 h 3975"/>
                <a:gd name="p0x11" fmla="*/ 240 w 240"/>
                <a:gd name="p0y11" fmla="*/ 3975 h 3975"/>
                <a:gd name="p0x12" fmla="*/ 107 w 240"/>
                <a:gd name="p0y12" fmla="*/ 3975 h 3975"/>
                <a:gd name="p0x13" fmla="*/ 0 w 240"/>
                <a:gd name="p0y13" fmla="*/ 3867 h 3975"/>
                <a:gd name="p0x14" fmla="*/ 0 w 240"/>
                <a:gd name="p0y14" fmla="*/ 3735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0" name="任意多边形 19"/>
          <p:cNvSpPr/>
          <p:nvPr>
            <p:custDataLst>
              <p:tags r:id="rId17"/>
            </p:custDataLst>
          </p:nvPr>
        </p:nvSpPr>
        <p:spPr>
          <a:xfrm>
            <a:off x="4552950" y="1390650"/>
            <a:ext cx="438150" cy="438150"/>
          </a:xfrm>
          <a:custGeom>
            <a:avLst/>
            <a:gdLst>
              <a:gd name="sw" fmla="*/ 1 w 690"/>
              <a:gd name="sh" fmla="*/ 1 h 690"/>
              <a:gd name="mins" fmla="min sw sh"/>
              <a:gd name="dsw" fmla="+- 0 sw mins"/>
              <a:gd name="dsh" fmla="+- 0 sh mins"/>
              <a:gd name="p0x0" fmla="*/ 150 w 690"/>
              <a:gd name="p0y0" fmla="*/ 0 h 690"/>
              <a:gd name="p0x1" fmla="*/ 540 w 690"/>
              <a:gd name="p0y1" fmla="*/ 0 h 690"/>
              <a:gd name="p0x2" fmla="*/ 622 w 690"/>
              <a:gd name="p0y2" fmla="*/ 0 h 690"/>
              <a:gd name="p0x3" fmla="*/ 690 w 690"/>
              <a:gd name="p0y3" fmla="*/ 67 h 690"/>
              <a:gd name="p0x4" fmla="*/ 690 w 690"/>
              <a:gd name="p0y4" fmla="*/ 150 h 690"/>
              <a:gd name="p0x5" fmla="*/ 690 w 690"/>
              <a:gd name="p0y5" fmla="*/ 540 h 690"/>
              <a:gd name="p0x6" fmla="*/ 690 w 690"/>
              <a:gd name="p0y6" fmla="*/ 622 h 690"/>
              <a:gd name="p0x7" fmla="*/ 622 w 690"/>
              <a:gd name="p0y7" fmla="*/ 690 h 690"/>
              <a:gd name="p0x8" fmla="*/ 540 w 690"/>
              <a:gd name="p0y8" fmla="*/ 690 h 690"/>
              <a:gd name="p0x9" fmla="*/ 150 w 690"/>
              <a:gd name="p0y9" fmla="*/ 690 h 690"/>
              <a:gd name="p0x10" fmla="*/ 67 w 690"/>
              <a:gd name="p0y10" fmla="*/ 690 h 690"/>
              <a:gd name="p0x11" fmla="*/ 0 w 690"/>
              <a:gd name="p0y11" fmla="*/ 622 h 690"/>
              <a:gd name="p0x12" fmla="*/ 0 w 690"/>
              <a:gd name="p0y12" fmla="*/ 540 h 690"/>
              <a:gd name="p0x13" fmla="*/ 0 w 690"/>
              <a:gd name="p0y13" fmla="*/ 150 h 690"/>
              <a:gd name="p0x14" fmla="*/ 0 w 690"/>
              <a:gd name="p0y14" fmla="*/ 67 h 690"/>
              <a:gd name="p0x15" fmla="*/ 67 w 690"/>
              <a:gd name="p0y15" fmla="*/ 0 h 690"/>
              <a:gd name="p0x16" fmla="*/ 150 w 690"/>
              <a:gd name="p0y16" fmla="*/ 0 h 6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369A1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18"/>
            </p:custDataLst>
          </p:nvPr>
        </p:nvSpPr>
        <p:spPr>
          <a:xfrm>
            <a:off x="5124450" y="1471613"/>
            <a:ext cx="1290638" cy="2762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费米面计算</a:t>
            </a:r>
            <a:endParaRPr lang="zh-CN" altLang="en-US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19"/>
            </p:custDataLst>
          </p:nvPr>
        </p:nvSpPr>
        <p:spPr>
          <a:xfrm>
            <a:off x="4552950" y="1946910"/>
            <a:ext cx="3067050" cy="9728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endParaRPr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8096250" y="1162050"/>
            <a:ext cx="3638550" cy="2523490"/>
            <a:chOff x="12750" y="1830"/>
            <a:chExt cx="5730" cy="3974"/>
          </a:xfrm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grpSpPr>
        <p:sp>
          <p:nvSpPr>
            <p:cNvPr id="26" name="任意多边形 25"/>
            <p:cNvSpPr/>
            <p:nvPr>
              <p:custDataLst>
                <p:tags r:id="rId20"/>
              </p:custDataLst>
            </p:nvPr>
          </p:nvSpPr>
          <p:spPr>
            <a:xfrm>
              <a:off x="12750" y="1830"/>
              <a:ext cx="5730" cy="3975"/>
            </a:xfrm>
            <a:custGeom>
              <a:avLst/>
              <a:gdLst>
                <a:gd name="sw" fmla="*/ 1 w 5730"/>
                <a:gd name="sh" fmla="*/ 1 h 3975"/>
                <a:gd name="mins" fmla="min sw sh"/>
                <a:gd name="dsw" fmla="+- 0 sw mins"/>
                <a:gd name="dsh" fmla="+- 0 sh mins"/>
                <a:gd name="p0x0" fmla="*/ 240 w 5730"/>
                <a:gd name="p0y0" fmla="*/ 0 h 3975"/>
                <a:gd name="p0x1" fmla="*/ 5490 w 5730"/>
                <a:gd name="p0y1" fmla="*/ 0 h 3975"/>
                <a:gd name="p0x2" fmla="*/ 5622 w 5730"/>
                <a:gd name="p0y2" fmla="*/ 0 h 3975"/>
                <a:gd name="p0x3" fmla="*/ 5730 w 5730"/>
                <a:gd name="p0y3" fmla="*/ 107 h 3975"/>
                <a:gd name="p0x4" fmla="*/ 5730 w 5730"/>
                <a:gd name="p0y4" fmla="*/ 240 h 3975"/>
                <a:gd name="p0x5" fmla="*/ 5730 w 5730"/>
                <a:gd name="p0y5" fmla="*/ 3735 h 3975"/>
                <a:gd name="p0x6" fmla="*/ 5730 w 5730"/>
                <a:gd name="p0y6" fmla="*/ 3867 h 3975"/>
                <a:gd name="p0x7" fmla="*/ 5622 w 5730"/>
                <a:gd name="p0y7" fmla="*/ 3975 h 3975"/>
                <a:gd name="p0x8" fmla="*/ 5490 w 5730"/>
                <a:gd name="p0y8" fmla="*/ 3975 h 3975"/>
                <a:gd name="p0x9" fmla="*/ 240 w 5730"/>
                <a:gd name="p0y9" fmla="*/ 3975 h 3975"/>
                <a:gd name="p0x10" fmla="*/ 107 w 5730"/>
                <a:gd name="p0y10" fmla="*/ 3975 h 3975"/>
                <a:gd name="p0x11" fmla="*/ 0 w 5730"/>
                <a:gd name="p0y11" fmla="*/ 3867 h 3975"/>
                <a:gd name="p0x12" fmla="*/ 0 w 5730"/>
                <a:gd name="p0y12" fmla="*/ 3735 h 3975"/>
                <a:gd name="p0x13" fmla="*/ 0 w 5730"/>
                <a:gd name="p0y13" fmla="*/ 240 h 3975"/>
                <a:gd name="p0x14" fmla="*/ 0 w 5730"/>
                <a:gd name="p0y14" fmla="*/ 107 h 3975"/>
                <a:gd name="p0x15" fmla="*/ 107 w 5730"/>
                <a:gd name="p0y15" fmla="*/ 0 h 3975"/>
                <a:gd name="p0x16" fmla="*/ 240 w 5730"/>
                <a:gd name="p0y16" fmla="*/ 0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7" name="任意多边形 26"/>
            <p:cNvSpPr/>
            <p:nvPr>
              <p:custDataLst>
                <p:tags r:id="rId21"/>
              </p:custDataLst>
            </p:nvPr>
          </p:nvSpPr>
          <p:spPr>
            <a:xfrm>
              <a:off x="12750" y="1830"/>
              <a:ext cx="240" cy="3975"/>
            </a:xfrm>
            <a:custGeom>
              <a:avLst/>
              <a:gdLst>
                <a:gd name="sw" fmla="*/ 1 w 240"/>
                <a:gd name="sh" fmla="*/ 1 h 3975"/>
                <a:gd name="mins" fmla="min sw sh"/>
                <a:gd name="dsw" fmla="+- 0 sw mins"/>
                <a:gd name="dsh" fmla="+- 0 sh mins"/>
                <a:gd name="p0x0" fmla="*/ 0 w 240"/>
                <a:gd name="p0y0" fmla="*/ 3735 h 3975"/>
                <a:gd name="p0x1" fmla="*/ 0 w 240"/>
                <a:gd name="p0y1" fmla="*/ 240 h 3975"/>
                <a:gd name="p0x2" fmla="*/ 0 w 240"/>
                <a:gd name="p0y2" fmla="*/ 107 h 3975"/>
                <a:gd name="p0x3" fmla="*/ 107 w 240"/>
                <a:gd name="p0y3" fmla="*/ 0 h 3975"/>
                <a:gd name="p0x4" fmla="*/ 240 w 240"/>
                <a:gd name="p0y4" fmla="*/ 0 h 3975"/>
                <a:gd name="p0x5" fmla="*/ 157 w 240"/>
                <a:gd name="p0y5" fmla="*/ 0 h 3975"/>
                <a:gd name="p0x6" fmla="*/ 90 w 240"/>
                <a:gd name="p0y6" fmla="*/ 107 h 3975"/>
                <a:gd name="p0x7" fmla="*/ 90 w 240"/>
                <a:gd name="p0y7" fmla="*/ 240 h 3975"/>
                <a:gd name="p0x8" fmla="*/ 90 w 240"/>
                <a:gd name="p0y8" fmla="*/ 3735 h 3975"/>
                <a:gd name="p0x9" fmla="*/ 90 w 240"/>
                <a:gd name="p0y9" fmla="*/ 3867 h 3975"/>
                <a:gd name="p0x10" fmla="*/ 157 w 240"/>
                <a:gd name="p0y10" fmla="*/ 3975 h 3975"/>
                <a:gd name="p0x11" fmla="*/ 240 w 240"/>
                <a:gd name="p0y11" fmla="*/ 3975 h 3975"/>
                <a:gd name="p0x12" fmla="*/ 107 w 240"/>
                <a:gd name="p0y12" fmla="*/ 3975 h 3975"/>
                <a:gd name="p0x13" fmla="*/ 0 w 240"/>
                <a:gd name="p0y13" fmla="*/ 3867 h 3975"/>
                <a:gd name="p0x14" fmla="*/ 0 w 240"/>
                <a:gd name="p0y14" fmla="*/ 3735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9" name="任意多边形 28"/>
          <p:cNvSpPr/>
          <p:nvPr>
            <p:custDataLst>
              <p:tags r:id="rId22"/>
            </p:custDataLst>
          </p:nvPr>
        </p:nvSpPr>
        <p:spPr>
          <a:xfrm>
            <a:off x="8382000" y="1390650"/>
            <a:ext cx="438150" cy="438150"/>
          </a:xfrm>
          <a:custGeom>
            <a:avLst/>
            <a:gdLst>
              <a:gd name="sw" fmla="*/ 1 w 690"/>
              <a:gd name="sh" fmla="*/ 1 h 690"/>
              <a:gd name="mins" fmla="min sw sh"/>
              <a:gd name="dsw" fmla="+- 0 sw mins"/>
              <a:gd name="dsh" fmla="+- 0 sh mins"/>
              <a:gd name="p0x0" fmla="*/ 150 w 690"/>
              <a:gd name="p0y0" fmla="*/ 0 h 690"/>
              <a:gd name="p0x1" fmla="*/ 540 w 690"/>
              <a:gd name="p0y1" fmla="*/ 0 h 690"/>
              <a:gd name="p0x2" fmla="*/ 622 w 690"/>
              <a:gd name="p0y2" fmla="*/ 0 h 690"/>
              <a:gd name="p0x3" fmla="*/ 690 w 690"/>
              <a:gd name="p0y3" fmla="*/ 67 h 690"/>
              <a:gd name="p0x4" fmla="*/ 690 w 690"/>
              <a:gd name="p0y4" fmla="*/ 150 h 690"/>
              <a:gd name="p0x5" fmla="*/ 690 w 690"/>
              <a:gd name="p0y5" fmla="*/ 540 h 690"/>
              <a:gd name="p0x6" fmla="*/ 690 w 690"/>
              <a:gd name="p0y6" fmla="*/ 622 h 690"/>
              <a:gd name="p0x7" fmla="*/ 622 w 690"/>
              <a:gd name="p0y7" fmla="*/ 690 h 690"/>
              <a:gd name="p0x8" fmla="*/ 540 w 690"/>
              <a:gd name="p0y8" fmla="*/ 690 h 690"/>
              <a:gd name="p0x9" fmla="*/ 150 w 690"/>
              <a:gd name="p0y9" fmla="*/ 690 h 690"/>
              <a:gd name="p0x10" fmla="*/ 67 w 690"/>
              <a:gd name="p0y10" fmla="*/ 690 h 690"/>
              <a:gd name="p0x11" fmla="*/ 0 w 690"/>
              <a:gd name="p0y11" fmla="*/ 622 h 690"/>
              <a:gd name="p0x12" fmla="*/ 0 w 690"/>
              <a:gd name="p0y12" fmla="*/ 540 h 690"/>
              <a:gd name="p0x13" fmla="*/ 0 w 690"/>
              <a:gd name="p0y13" fmla="*/ 150 h 690"/>
              <a:gd name="p0x14" fmla="*/ 0 w 690"/>
              <a:gd name="p0y14" fmla="*/ 67 h 690"/>
              <a:gd name="p0x15" fmla="*/ 67 w 690"/>
              <a:gd name="p0y15" fmla="*/ 0 h 690"/>
              <a:gd name="p0x16" fmla="*/ 150 w 690"/>
              <a:gd name="p0y16" fmla="*/ 0 h 6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369A1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>
            <p:custDataLst>
              <p:tags r:id="rId23"/>
            </p:custDataLst>
          </p:nvPr>
        </p:nvSpPr>
        <p:spPr>
          <a:xfrm>
            <a:off x="8953500" y="1454785"/>
            <a:ext cx="2188210" cy="309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b="1" i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有效质量计算</a:t>
            </a:r>
            <a:endParaRPr lang="zh-CN" b="1" i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>
            <p:custDataLst>
              <p:tags r:id="rId24"/>
            </p:custDataLst>
          </p:nvPr>
        </p:nvSpPr>
        <p:spPr>
          <a:xfrm>
            <a:off x="8382000" y="1946910"/>
            <a:ext cx="2919730" cy="12452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取</a:t>
            </a:r>
            <a:r>
              <a:rPr lang="en-US" altLang="zh-CN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</a:t>
            </a:r>
            <a:r>
              <a:rPr lang="zh-CN" alt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的调和平均值</a:t>
            </a:r>
            <a:endParaRPr lang="en-US"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</a:pPr>
            <a:r>
              <a:rPr 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</a:t>
            </a:r>
            <a:r>
              <a:rPr lang="en-US" sz="1600" baseline="-25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</a:t>
            </a:r>
            <a:r>
              <a:rPr lang="zh-CN" alt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公式非线性最小二乘拟合</a:t>
            </a:r>
            <a:endParaRPr lang="zh-CN" altLang="en-US"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56" name="组合 55"/>
          <p:cNvGrpSpPr/>
          <p:nvPr/>
        </p:nvGrpSpPr>
        <p:grpSpPr>
          <a:xfrm>
            <a:off x="4267200" y="3876675"/>
            <a:ext cx="3638550" cy="2523490"/>
            <a:chOff x="6720" y="6105"/>
            <a:chExt cx="5730" cy="3974"/>
          </a:xfrm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grpSpPr>
        <p:sp>
          <p:nvSpPr>
            <p:cNvPr id="35" name="任意多边形 34"/>
            <p:cNvSpPr/>
            <p:nvPr>
              <p:custDataLst>
                <p:tags r:id="rId25"/>
              </p:custDataLst>
            </p:nvPr>
          </p:nvSpPr>
          <p:spPr>
            <a:xfrm>
              <a:off x="6720" y="6105"/>
              <a:ext cx="5730" cy="3975"/>
            </a:xfrm>
            <a:custGeom>
              <a:avLst/>
              <a:gdLst>
                <a:gd name="sw" fmla="*/ 1 w 5730"/>
                <a:gd name="sh" fmla="*/ 1 h 3975"/>
                <a:gd name="mins" fmla="min sw sh"/>
                <a:gd name="dsw" fmla="+- 0 sw mins"/>
                <a:gd name="dsh" fmla="+- 0 sh mins"/>
                <a:gd name="p0x0" fmla="*/ 240 w 5730"/>
                <a:gd name="p0y0" fmla="*/ 0 h 3975"/>
                <a:gd name="p0x1" fmla="*/ 5490 w 5730"/>
                <a:gd name="p0y1" fmla="*/ 0 h 3975"/>
                <a:gd name="p0x2" fmla="*/ 5622 w 5730"/>
                <a:gd name="p0y2" fmla="*/ 0 h 3975"/>
                <a:gd name="p0x3" fmla="*/ 5730 w 5730"/>
                <a:gd name="p0y3" fmla="*/ 107 h 3975"/>
                <a:gd name="p0x4" fmla="*/ 5730 w 5730"/>
                <a:gd name="p0y4" fmla="*/ 240 h 3975"/>
                <a:gd name="p0x5" fmla="*/ 5730 w 5730"/>
                <a:gd name="p0y5" fmla="*/ 3735 h 3975"/>
                <a:gd name="p0x6" fmla="*/ 5730 w 5730"/>
                <a:gd name="p0y6" fmla="*/ 3867 h 3975"/>
                <a:gd name="p0x7" fmla="*/ 5622 w 5730"/>
                <a:gd name="p0y7" fmla="*/ 3975 h 3975"/>
                <a:gd name="p0x8" fmla="*/ 5490 w 5730"/>
                <a:gd name="p0y8" fmla="*/ 3975 h 3975"/>
                <a:gd name="p0x9" fmla="*/ 240 w 5730"/>
                <a:gd name="p0y9" fmla="*/ 3975 h 3975"/>
                <a:gd name="p0x10" fmla="*/ 107 w 5730"/>
                <a:gd name="p0y10" fmla="*/ 3975 h 3975"/>
                <a:gd name="p0x11" fmla="*/ 0 w 5730"/>
                <a:gd name="p0y11" fmla="*/ 3867 h 3975"/>
                <a:gd name="p0x12" fmla="*/ 0 w 5730"/>
                <a:gd name="p0y12" fmla="*/ 3735 h 3975"/>
                <a:gd name="p0x13" fmla="*/ 0 w 5730"/>
                <a:gd name="p0y13" fmla="*/ 240 h 3975"/>
                <a:gd name="p0x14" fmla="*/ 0 w 5730"/>
                <a:gd name="p0y14" fmla="*/ 107 h 3975"/>
                <a:gd name="p0x15" fmla="*/ 107 w 5730"/>
                <a:gd name="p0y15" fmla="*/ 0 h 3975"/>
                <a:gd name="p0x16" fmla="*/ 240 w 5730"/>
                <a:gd name="p0y16" fmla="*/ 0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6" name="任意多边形 35"/>
            <p:cNvSpPr/>
            <p:nvPr>
              <p:custDataLst>
                <p:tags r:id="rId26"/>
              </p:custDataLst>
            </p:nvPr>
          </p:nvSpPr>
          <p:spPr>
            <a:xfrm>
              <a:off x="6720" y="6105"/>
              <a:ext cx="240" cy="3975"/>
            </a:xfrm>
            <a:custGeom>
              <a:avLst/>
              <a:gdLst>
                <a:gd name="sw" fmla="*/ 1 w 240"/>
                <a:gd name="sh" fmla="*/ 1 h 3975"/>
                <a:gd name="mins" fmla="min sw sh"/>
                <a:gd name="dsw" fmla="+- 0 sw mins"/>
                <a:gd name="dsh" fmla="+- 0 sh mins"/>
                <a:gd name="p0x0" fmla="*/ 0 w 240"/>
                <a:gd name="p0y0" fmla="*/ 3735 h 3975"/>
                <a:gd name="p0x1" fmla="*/ 0 w 240"/>
                <a:gd name="p0y1" fmla="*/ 240 h 3975"/>
                <a:gd name="p0x2" fmla="*/ 0 w 240"/>
                <a:gd name="p0y2" fmla="*/ 107 h 3975"/>
                <a:gd name="p0x3" fmla="*/ 107 w 240"/>
                <a:gd name="p0y3" fmla="*/ 0 h 3975"/>
                <a:gd name="p0x4" fmla="*/ 240 w 240"/>
                <a:gd name="p0y4" fmla="*/ 0 h 3975"/>
                <a:gd name="p0x5" fmla="*/ 157 w 240"/>
                <a:gd name="p0y5" fmla="*/ 0 h 3975"/>
                <a:gd name="p0x6" fmla="*/ 90 w 240"/>
                <a:gd name="p0y6" fmla="*/ 107 h 3975"/>
                <a:gd name="p0x7" fmla="*/ 90 w 240"/>
                <a:gd name="p0y7" fmla="*/ 240 h 3975"/>
                <a:gd name="p0x8" fmla="*/ 90 w 240"/>
                <a:gd name="p0y8" fmla="*/ 3735 h 3975"/>
                <a:gd name="p0x9" fmla="*/ 90 w 240"/>
                <a:gd name="p0y9" fmla="*/ 3867 h 3975"/>
                <a:gd name="p0x10" fmla="*/ 157 w 240"/>
                <a:gd name="p0y10" fmla="*/ 3975 h 3975"/>
                <a:gd name="p0x11" fmla="*/ 240 w 240"/>
                <a:gd name="p0y11" fmla="*/ 3975 h 3975"/>
                <a:gd name="p0x12" fmla="*/ 107 w 240"/>
                <a:gd name="p0y12" fmla="*/ 3975 h 3975"/>
                <a:gd name="p0x13" fmla="*/ 0 w 240"/>
                <a:gd name="p0y13" fmla="*/ 3867 h 3975"/>
                <a:gd name="p0x14" fmla="*/ 0 w 240"/>
                <a:gd name="p0y14" fmla="*/ 3735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8" name="任意多边形 37"/>
          <p:cNvSpPr/>
          <p:nvPr>
            <p:custDataLst>
              <p:tags r:id="rId27"/>
            </p:custDataLst>
          </p:nvPr>
        </p:nvSpPr>
        <p:spPr>
          <a:xfrm>
            <a:off x="4552950" y="4105275"/>
            <a:ext cx="438150" cy="438150"/>
          </a:xfrm>
          <a:custGeom>
            <a:avLst/>
            <a:gdLst>
              <a:gd name="sw" fmla="*/ 1 w 690"/>
              <a:gd name="sh" fmla="*/ 1 h 690"/>
              <a:gd name="mins" fmla="min sw sh"/>
              <a:gd name="dsw" fmla="+- 0 sw mins"/>
              <a:gd name="dsh" fmla="+- 0 sh mins"/>
              <a:gd name="p0x0" fmla="*/ 150 w 690"/>
              <a:gd name="p0y0" fmla="*/ 0 h 690"/>
              <a:gd name="p0x1" fmla="*/ 540 w 690"/>
              <a:gd name="p0y1" fmla="*/ 0 h 690"/>
              <a:gd name="p0x2" fmla="*/ 622 w 690"/>
              <a:gd name="p0y2" fmla="*/ 0 h 690"/>
              <a:gd name="p0x3" fmla="*/ 690 w 690"/>
              <a:gd name="p0y3" fmla="*/ 67 h 690"/>
              <a:gd name="p0x4" fmla="*/ 690 w 690"/>
              <a:gd name="p0y4" fmla="*/ 150 h 690"/>
              <a:gd name="p0x5" fmla="*/ 690 w 690"/>
              <a:gd name="p0y5" fmla="*/ 540 h 690"/>
              <a:gd name="p0x6" fmla="*/ 690 w 690"/>
              <a:gd name="p0y6" fmla="*/ 622 h 690"/>
              <a:gd name="p0x7" fmla="*/ 622 w 690"/>
              <a:gd name="p0y7" fmla="*/ 690 h 690"/>
              <a:gd name="p0x8" fmla="*/ 540 w 690"/>
              <a:gd name="p0y8" fmla="*/ 690 h 690"/>
              <a:gd name="p0x9" fmla="*/ 150 w 690"/>
              <a:gd name="p0y9" fmla="*/ 690 h 690"/>
              <a:gd name="p0x10" fmla="*/ 67 w 690"/>
              <a:gd name="p0y10" fmla="*/ 690 h 690"/>
              <a:gd name="p0x11" fmla="*/ 0 w 690"/>
              <a:gd name="p0y11" fmla="*/ 622 h 690"/>
              <a:gd name="p0x12" fmla="*/ 0 w 690"/>
              <a:gd name="p0y12" fmla="*/ 540 h 690"/>
              <a:gd name="p0x13" fmla="*/ 0 w 690"/>
              <a:gd name="p0y13" fmla="*/ 150 h 690"/>
              <a:gd name="p0x14" fmla="*/ 0 w 690"/>
              <a:gd name="p0y14" fmla="*/ 67 h 690"/>
              <a:gd name="p0x15" fmla="*/ 67 w 690"/>
              <a:gd name="p0y15" fmla="*/ 0 h 690"/>
              <a:gd name="p0x16" fmla="*/ 150 w 690"/>
              <a:gd name="p0y16" fmla="*/ 0 h 6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369A1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文本框 38"/>
          <p:cNvSpPr txBox="1"/>
          <p:nvPr>
            <p:custDataLst>
              <p:tags r:id="rId28"/>
            </p:custDataLst>
          </p:nvPr>
        </p:nvSpPr>
        <p:spPr>
          <a:xfrm>
            <a:off x="5124450" y="4186555"/>
            <a:ext cx="2042160" cy="2762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计算结果</a:t>
            </a:r>
            <a:endParaRPr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7" name="组合 56"/>
          <p:cNvGrpSpPr/>
          <p:nvPr/>
        </p:nvGrpSpPr>
        <p:grpSpPr>
          <a:xfrm>
            <a:off x="8096250" y="3876675"/>
            <a:ext cx="3638550" cy="2523490"/>
            <a:chOff x="12750" y="6105"/>
            <a:chExt cx="5730" cy="3974"/>
          </a:xfrm>
          <a:effectLst>
            <a:outerShdw blurRad="428625" dist="95250" dir="5399999" algn="ctr" rotWithShape="0">
              <a:srgbClr val="000000">
                <a:alpha val="5882"/>
              </a:srgbClr>
            </a:outerShdw>
          </a:effectLst>
        </p:grpSpPr>
        <p:sp>
          <p:nvSpPr>
            <p:cNvPr id="44" name="任意多边形 43"/>
            <p:cNvSpPr/>
            <p:nvPr>
              <p:custDataLst>
                <p:tags r:id="rId29"/>
              </p:custDataLst>
            </p:nvPr>
          </p:nvSpPr>
          <p:spPr>
            <a:xfrm>
              <a:off x="12750" y="6105"/>
              <a:ext cx="5730" cy="3975"/>
            </a:xfrm>
            <a:custGeom>
              <a:avLst/>
              <a:gdLst>
                <a:gd name="sw" fmla="*/ 1 w 5730"/>
                <a:gd name="sh" fmla="*/ 1 h 3975"/>
                <a:gd name="mins" fmla="min sw sh"/>
                <a:gd name="dsw" fmla="+- 0 sw mins"/>
                <a:gd name="dsh" fmla="+- 0 sh mins"/>
                <a:gd name="p0x0" fmla="*/ 240 w 5730"/>
                <a:gd name="p0y0" fmla="*/ 0 h 3975"/>
                <a:gd name="p0x1" fmla="*/ 5490 w 5730"/>
                <a:gd name="p0y1" fmla="*/ 0 h 3975"/>
                <a:gd name="p0x2" fmla="*/ 5622 w 5730"/>
                <a:gd name="p0y2" fmla="*/ 0 h 3975"/>
                <a:gd name="p0x3" fmla="*/ 5730 w 5730"/>
                <a:gd name="p0y3" fmla="*/ 107 h 3975"/>
                <a:gd name="p0x4" fmla="*/ 5730 w 5730"/>
                <a:gd name="p0y4" fmla="*/ 240 h 3975"/>
                <a:gd name="p0x5" fmla="*/ 5730 w 5730"/>
                <a:gd name="p0y5" fmla="*/ 3735 h 3975"/>
                <a:gd name="p0x6" fmla="*/ 5730 w 5730"/>
                <a:gd name="p0y6" fmla="*/ 3867 h 3975"/>
                <a:gd name="p0x7" fmla="*/ 5622 w 5730"/>
                <a:gd name="p0y7" fmla="*/ 3975 h 3975"/>
                <a:gd name="p0x8" fmla="*/ 5490 w 5730"/>
                <a:gd name="p0y8" fmla="*/ 3975 h 3975"/>
                <a:gd name="p0x9" fmla="*/ 240 w 5730"/>
                <a:gd name="p0y9" fmla="*/ 3975 h 3975"/>
                <a:gd name="p0x10" fmla="*/ 107 w 5730"/>
                <a:gd name="p0y10" fmla="*/ 3975 h 3975"/>
                <a:gd name="p0x11" fmla="*/ 0 w 5730"/>
                <a:gd name="p0y11" fmla="*/ 3867 h 3975"/>
                <a:gd name="p0x12" fmla="*/ 0 w 5730"/>
                <a:gd name="p0y12" fmla="*/ 3735 h 3975"/>
                <a:gd name="p0x13" fmla="*/ 0 w 5730"/>
                <a:gd name="p0y13" fmla="*/ 240 h 3975"/>
                <a:gd name="p0x14" fmla="*/ 0 w 5730"/>
                <a:gd name="p0y14" fmla="*/ 107 h 3975"/>
                <a:gd name="p0x15" fmla="*/ 107 w 5730"/>
                <a:gd name="p0y15" fmla="*/ 0 h 3975"/>
                <a:gd name="p0x16" fmla="*/ 240 w 5730"/>
                <a:gd name="p0y16" fmla="*/ 0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5" name="任意多边形 44"/>
            <p:cNvSpPr/>
            <p:nvPr>
              <p:custDataLst>
                <p:tags r:id="rId30"/>
              </p:custDataLst>
            </p:nvPr>
          </p:nvSpPr>
          <p:spPr>
            <a:xfrm>
              <a:off x="12750" y="6105"/>
              <a:ext cx="240" cy="3975"/>
            </a:xfrm>
            <a:custGeom>
              <a:avLst/>
              <a:gdLst>
                <a:gd name="sw" fmla="*/ 1 w 240"/>
                <a:gd name="sh" fmla="*/ 1 h 3975"/>
                <a:gd name="mins" fmla="min sw sh"/>
                <a:gd name="dsw" fmla="+- 0 sw mins"/>
                <a:gd name="dsh" fmla="+- 0 sh mins"/>
                <a:gd name="p0x0" fmla="*/ 0 w 240"/>
                <a:gd name="p0y0" fmla="*/ 3735 h 3975"/>
                <a:gd name="p0x1" fmla="*/ 0 w 240"/>
                <a:gd name="p0y1" fmla="*/ 240 h 3975"/>
                <a:gd name="p0x2" fmla="*/ 0 w 240"/>
                <a:gd name="p0y2" fmla="*/ 107 h 3975"/>
                <a:gd name="p0x3" fmla="*/ 107 w 240"/>
                <a:gd name="p0y3" fmla="*/ 0 h 3975"/>
                <a:gd name="p0x4" fmla="*/ 240 w 240"/>
                <a:gd name="p0y4" fmla="*/ 0 h 3975"/>
                <a:gd name="p0x5" fmla="*/ 157 w 240"/>
                <a:gd name="p0y5" fmla="*/ 0 h 3975"/>
                <a:gd name="p0x6" fmla="*/ 90 w 240"/>
                <a:gd name="p0y6" fmla="*/ 107 h 3975"/>
                <a:gd name="p0x7" fmla="*/ 90 w 240"/>
                <a:gd name="p0y7" fmla="*/ 240 h 3975"/>
                <a:gd name="p0x8" fmla="*/ 90 w 240"/>
                <a:gd name="p0y8" fmla="*/ 3735 h 3975"/>
                <a:gd name="p0x9" fmla="*/ 90 w 240"/>
                <a:gd name="p0y9" fmla="*/ 3867 h 3975"/>
                <a:gd name="p0x10" fmla="*/ 157 w 240"/>
                <a:gd name="p0y10" fmla="*/ 3975 h 3975"/>
                <a:gd name="p0x11" fmla="*/ 240 w 240"/>
                <a:gd name="p0y11" fmla="*/ 3975 h 3975"/>
                <a:gd name="p0x12" fmla="*/ 107 w 240"/>
                <a:gd name="p0y12" fmla="*/ 3975 h 3975"/>
                <a:gd name="p0x13" fmla="*/ 0 w 240"/>
                <a:gd name="p0y13" fmla="*/ 3867 h 3975"/>
                <a:gd name="p0x14" fmla="*/ 0 w 240"/>
                <a:gd name="p0y14" fmla="*/ 3735 h 397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47" name="任意多边形 46"/>
          <p:cNvSpPr/>
          <p:nvPr>
            <p:custDataLst>
              <p:tags r:id="rId31"/>
            </p:custDataLst>
          </p:nvPr>
        </p:nvSpPr>
        <p:spPr>
          <a:xfrm>
            <a:off x="8382000" y="4105275"/>
            <a:ext cx="438150" cy="438150"/>
          </a:xfrm>
          <a:custGeom>
            <a:avLst/>
            <a:gdLst>
              <a:gd name="sw" fmla="*/ 1 w 690"/>
              <a:gd name="sh" fmla="*/ 1 h 690"/>
              <a:gd name="mins" fmla="min sw sh"/>
              <a:gd name="dsw" fmla="+- 0 sw mins"/>
              <a:gd name="dsh" fmla="+- 0 sh mins"/>
              <a:gd name="p0x0" fmla="*/ 150 w 690"/>
              <a:gd name="p0y0" fmla="*/ 0 h 690"/>
              <a:gd name="p0x1" fmla="*/ 540 w 690"/>
              <a:gd name="p0y1" fmla="*/ 0 h 690"/>
              <a:gd name="p0x2" fmla="*/ 622 w 690"/>
              <a:gd name="p0y2" fmla="*/ 0 h 690"/>
              <a:gd name="p0x3" fmla="*/ 690 w 690"/>
              <a:gd name="p0y3" fmla="*/ 67 h 690"/>
              <a:gd name="p0x4" fmla="*/ 690 w 690"/>
              <a:gd name="p0y4" fmla="*/ 150 h 690"/>
              <a:gd name="p0x5" fmla="*/ 690 w 690"/>
              <a:gd name="p0y5" fmla="*/ 540 h 690"/>
              <a:gd name="p0x6" fmla="*/ 690 w 690"/>
              <a:gd name="p0y6" fmla="*/ 622 h 690"/>
              <a:gd name="p0x7" fmla="*/ 622 w 690"/>
              <a:gd name="p0y7" fmla="*/ 690 h 690"/>
              <a:gd name="p0x8" fmla="*/ 540 w 690"/>
              <a:gd name="p0y8" fmla="*/ 690 h 690"/>
              <a:gd name="p0x9" fmla="*/ 150 w 690"/>
              <a:gd name="p0y9" fmla="*/ 690 h 690"/>
              <a:gd name="p0x10" fmla="*/ 67 w 690"/>
              <a:gd name="p0y10" fmla="*/ 690 h 690"/>
              <a:gd name="p0x11" fmla="*/ 0 w 690"/>
              <a:gd name="p0y11" fmla="*/ 622 h 690"/>
              <a:gd name="p0x12" fmla="*/ 0 w 690"/>
              <a:gd name="p0y12" fmla="*/ 540 h 690"/>
              <a:gd name="p0x13" fmla="*/ 0 w 690"/>
              <a:gd name="p0y13" fmla="*/ 150 h 690"/>
              <a:gd name="p0x14" fmla="*/ 0 w 690"/>
              <a:gd name="p0y14" fmla="*/ 67 h 690"/>
              <a:gd name="p0x15" fmla="*/ 67 w 690"/>
              <a:gd name="p0y15" fmla="*/ 0 h 690"/>
              <a:gd name="p0x16" fmla="*/ 150 w 690"/>
              <a:gd name="p0y16" fmla="*/ 0 h 6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369A1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文本框 47"/>
          <p:cNvSpPr txBox="1"/>
          <p:nvPr>
            <p:custDataLst>
              <p:tags r:id="rId32"/>
            </p:custDataLst>
          </p:nvPr>
        </p:nvSpPr>
        <p:spPr>
          <a:xfrm>
            <a:off x="8953500" y="4186238"/>
            <a:ext cx="952500" cy="2762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数值模拟</a:t>
            </a:r>
            <a:endParaRPr lang="zh-CN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9" name="表格 18"/>
          <p:cNvGraphicFramePr/>
          <p:nvPr>
            <p:custDataLst>
              <p:tags r:id="rId33"/>
            </p:custDataLst>
          </p:nvPr>
        </p:nvGraphicFramePr>
        <p:xfrm>
          <a:off x="4604385" y="4706620"/>
          <a:ext cx="2872740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8990"/>
                <a:gridCol w="1176655"/>
                <a:gridCol w="887095"/>
              </a:tblGrid>
              <a:tr h="335280">
                <a:tc>
                  <a:txBody>
                    <a:bodyPr/>
                    <a:p>
                      <a:pPr indent="0" algn="l" fontAlgn="auto">
                        <a:lnSpc>
                          <a:spcPct val="100000"/>
                        </a:lnSpc>
                        <a:buNone/>
                      </a:pP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F(T)</a:t>
                      </a:r>
                      <a:endParaRPr lang="en-US" altLang="zh-CN" sz="160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t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indent="0" algn="l" fontAlgn="auto">
                        <a:lnSpc>
                          <a:spcPct val="100000"/>
                        </a:lnSpc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A</a:t>
                      </a:r>
                      <a:r>
                        <a:rPr lang="en-US" sz="1600" baseline="-25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F</a:t>
                      </a: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(</a:t>
                      </a:r>
                      <a:r>
                        <a:rPr lang="en-US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m</a:t>
                      </a:r>
                      <a:r>
                        <a:rPr lang="en-US" sz="1600" baseline="30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-2</a:t>
                      </a: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)</a:t>
                      </a:r>
                      <a:endParaRPr lang="en-US" altLang="zh-CN" sz="160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t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indent="0" algn="l" fontAlgn="auto">
                        <a:lnSpc>
                          <a:spcPct val="100000"/>
                        </a:lnSpc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m</a:t>
                      </a:r>
                      <a:r>
                        <a:rPr lang="en-US" sz="1600" baseline="-25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c</a:t>
                      </a: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(</a:t>
                      </a:r>
                      <a:r>
                        <a:rPr lang="en-US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m</a:t>
                      </a:r>
                      <a:r>
                        <a:rPr lang="en-US" sz="1600" baseline="-25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e</a:t>
                      </a: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)</a:t>
                      </a:r>
                      <a:endParaRPr lang="en-US" altLang="zh-CN" sz="160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t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35280">
                <a:tc>
                  <a:txBody>
                    <a:bodyPr/>
                    <a:p>
                      <a:pPr indent="0" algn="l" fontAlgn="auto">
                        <a:lnSpc>
                          <a:spcPct val="100000"/>
                        </a:lnSpc>
                        <a:buNone/>
                      </a:pP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46</a:t>
                      </a:r>
                      <a:endParaRPr lang="en-US" altLang="zh-CN" sz="160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t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indent="0" algn="l" fontAlgn="auto">
                        <a:lnSpc>
                          <a:spcPct val="100000"/>
                        </a:lnSpc>
                        <a:buNone/>
                      </a:pP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4.4</a:t>
                      </a:r>
                      <a:r>
                        <a:rPr lang="zh-CN" altLang="en-US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</a:t>
                      </a:r>
                      <a:r>
                        <a:rPr lang="en-US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10</a:t>
                      </a:r>
                      <a:r>
                        <a:rPr lang="en-US" sz="1600" baseline="30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17</a:t>
                      </a:r>
                      <a:endParaRPr lang="en-US" altLang="zh-CN" sz="1600" baseline="3000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R="71755" anchor="t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indent="0" algn="l" fontAlgn="auto">
                        <a:lnSpc>
                          <a:spcPct val="100000"/>
                        </a:lnSpc>
                        <a:buNone/>
                      </a:pP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≈0.22</a:t>
                      </a:r>
                      <a:endParaRPr lang="en-US" altLang="zh-CN" sz="160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t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35280">
                <a:tc>
                  <a:txBody>
                    <a:bodyPr/>
                    <a:p>
                      <a:pPr indent="0" algn="l" fontAlgn="auto">
                        <a:lnSpc>
                          <a:spcPct val="100000"/>
                        </a:lnSpc>
                        <a:buNone/>
                      </a:pP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69</a:t>
                      </a:r>
                      <a:endParaRPr lang="en-US" altLang="zh-CN" sz="160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t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indent="0" algn="l" fontAlgn="auto">
                        <a:lnSpc>
                          <a:spcPct val="100000"/>
                        </a:lnSpc>
                        <a:buNone/>
                      </a:pP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6.7</a:t>
                      </a:r>
                      <a:r>
                        <a:rPr lang="zh-CN" altLang="en-US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×</a:t>
                      </a:r>
                      <a:r>
                        <a:rPr lang="en-US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10</a:t>
                      </a:r>
                      <a:r>
                        <a:rPr lang="en-US" sz="1600" baseline="30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17</a:t>
                      </a:r>
                      <a:endParaRPr lang="en-US" altLang="en-US" sz="1600" baseline="3000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anchor="t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indent="0" algn="l" fontAlgn="auto">
                        <a:lnSpc>
                          <a:spcPct val="100000"/>
                        </a:lnSpc>
                        <a:buNone/>
                      </a:pP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≈0.15</a:t>
                      </a:r>
                      <a:endParaRPr lang="en-US" altLang="zh-CN" sz="160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t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94335">
                <a:tc>
                  <a:txBody>
                    <a:bodyPr/>
                    <a:p>
                      <a:pPr indent="0" algn="l" fontAlgn="auto">
                        <a:lnSpc>
                          <a:spcPct val="100000"/>
                        </a:lnSpc>
                        <a:buNone/>
                      </a:pP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139</a:t>
                      </a:r>
                      <a:endParaRPr lang="en-US" altLang="zh-CN" sz="160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t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indent="0" algn="l" fontAlgn="auto">
                        <a:lnSpc>
                          <a:spcPct val="100000"/>
                        </a:lnSpc>
                        <a:buNone/>
                      </a:pP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1.3</a:t>
                      </a:r>
                      <a:r>
                        <a:rPr lang="zh-CN" altLang="en-US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×</a:t>
                      </a:r>
                      <a:r>
                        <a:rPr lang="en-US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10</a:t>
                      </a:r>
                      <a:r>
                        <a:rPr lang="en-US" sz="1600" baseline="300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18</a:t>
                      </a:r>
                      <a:endParaRPr lang="en-US" altLang="zh-CN" sz="160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t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indent="0" algn="l" fontAlgn="auto">
                        <a:lnSpc>
                          <a:spcPct val="100000"/>
                        </a:lnSpc>
                        <a:buNone/>
                      </a:pPr>
                      <a:r>
                        <a:rPr lang="en-US" altLang="zh-CN" sz="16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≈0.27</a:t>
                      </a:r>
                      <a:endParaRPr lang="en-US" altLang="zh-CN" sz="160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t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8" name="文本框 27"/>
          <p:cNvSpPr txBox="1"/>
          <p:nvPr>
            <p:custDataLst>
              <p:tags r:id="rId34"/>
            </p:custDataLst>
          </p:nvPr>
        </p:nvSpPr>
        <p:spPr>
          <a:xfrm>
            <a:off x="8585200" y="4801870"/>
            <a:ext cx="2664460" cy="12217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</a:t>
            </a:r>
            <a:r>
              <a:rPr 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m</a:t>
            </a:r>
            <a:r>
              <a:rPr lang="en-US" sz="1600" baseline="-25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c</a:t>
            </a:r>
            <a:r>
              <a:rPr 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 ,A</a:t>
            </a:r>
            <a:r>
              <a:rPr lang="en-US" sz="1600" baseline="-25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F</a:t>
            </a:r>
            <a:r>
              <a:rPr lang="zh-CN" alt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代入公式，叠加三个费米面后得到</a:t>
            </a:r>
            <a:r>
              <a:rPr lang="zh-CN" altLang="en-US"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理论值</a:t>
            </a:r>
            <a:endParaRPr lang="zh-CN" altLang="en-US"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pic>
        <p:nvPicPr>
          <p:cNvPr id="59" name="图片 58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124450" y="2121535"/>
            <a:ext cx="1463675" cy="75311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982325" y="0"/>
            <a:ext cx="1172845" cy="11068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矩形 19"/>
          <p:cNvSpPr/>
          <p:nvPr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" name="图片 2" descr="C:/Users/86136/Desktop/图片/chenshiyan.pngchenshiyan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 l="3060" r="3060"/>
          <a:stretch>
            <a:fillRect/>
          </a:stretch>
        </p:blipFill>
        <p:spPr>
          <a:xfrm>
            <a:off x="146685" y="1035050"/>
            <a:ext cx="3749463" cy="3057525"/>
          </a:xfrm>
          <a:custGeom>
            <a:avLst/>
            <a:gdLst>
              <a:gd name="sw" fmla="*/ 1 w 5904"/>
              <a:gd name="sh" fmla="*/ 1 h 4815"/>
              <a:gd name="mins" fmla="min sw sh"/>
              <a:gd name="dsw" fmla="+- 0 sw mins"/>
              <a:gd name="dsh" fmla="+- 0 sh mins"/>
              <a:gd name="p0x0" fmla="*/ 240 w 5904"/>
              <a:gd name="p0y0" fmla="*/ 0 h 4815"/>
              <a:gd name="p0x1" fmla="*/ 5664 w 5904"/>
              <a:gd name="p0y1" fmla="*/ 0 h 4815"/>
              <a:gd name="p0x2" fmla="*/ 5797 w 5904"/>
              <a:gd name="p0y2" fmla="*/ 0 h 4815"/>
              <a:gd name="p0x3" fmla="*/ 5904 w 5904"/>
              <a:gd name="p0y3" fmla="*/ 107 h 4815"/>
              <a:gd name="p0x4" fmla="*/ 5904 w 5904"/>
              <a:gd name="p0y4" fmla="*/ 240 h 4815"/>
              <a:gd name="p0x5" fmla="*/ 5904 w 5904"/>
              <a:gd name="p0y5" fmla="*/ 4575 h 4815"/>
              <a:gd name="p0x6" fmla="*/ 5904 w 5904"/>
              <a:gd name="p0y6" fmla="*/ 4707 h 4815"/>
              <a:gd name="p0x7" fmla="*/ 5797 w 5904"/>
              <a:gd name="p0y7" fmla="*/ 4815 h 4815"/>
              <a:gd name="p0x8" fmla="*/ 5664 w 5904"/>
              <a:gd name="p0y8" fmla="*/ 4815 h 4815"/>
              <a:gd name="p0x9" fmla="*/ 240 w 5904"/>
              <a:gd name="p0y9" fmla="*/ 4815 h 4815"/>
              <a:gd name="p0x10" fmla="*/ 107 w 5904"/>
              <a:gd name="p0y10" fmla="*/ 4815 h 4815"/>
              <a:gd name="p0x11" fmla="*/ 0 w 5904"/>
              <a:gd name="p0y11" fmla="*/ 4707 h 4815"/>
              <a:gd name="p0x12" fmla="*/ 0 w 5904"/>
              <a:gd name="p0y12" fmla="*/ 4575 h 4815"/>
              <a:gd name="p0x13" fmla="*/ 0 w 5904"/>
              <a:gd name="p0y13" fmla="*/ 240 h 4815"/>
              <a:gd name="p0x14" fmla="*/ 0 w 5904"/>
              <a:gd name="p0y14" fmla="*/ 107 h 4815"/>
              <a:gd name="p0x15" fmla="*/ 107 w 5904"/>
              <a:gd name="p0y15" fmla="*/ 0 h 4815"/>
              <a:gd name="p0x16" fmla="*/ 240 w 5904"/>
              <a:gd name="p0y16" fmla="*/ 0 h 481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EEEEEE"/>
          </a:solidFill>
          <a:ln>
            <a:noFill/>
          </a:ln>
          <a:effectLst/>
        </p:spPr>
      </p:pic>
      <p:sp>
        <p:nvSpPr>
          <p:cNvPr id="12" name="文本框 11"/>
          <p:cNvSpPr txBox="1"/>
          <p:nvPr>
            <p:custDataLst>
              <p:tags r:id="rId4"/>
            </p:custDataLst>
          </p:nvPr>
        </p:nvSpPr>
        <p:spPr>
          <a:xfrm>
            <a:off x="146685" y="4111625"/>
            <a:ext cx="3749675" cy="952500"/>
          </a:xfrm>
          <a:prstGeom prst="rect">
            <a:avLst/>
          </a:prstGeom>
          <a:noFill/>
        </p:spPr>
        <p:txBody>
          <a:bodyPr wrap="square" lIns="17780" tIns="0" rIns="17780" bIns="0" rtlCol="0" anchor="t">
            <a:noAutofit/>
          </a:bodyPr>
          <a:p>
            <a:pPr algn="ctr"/>
            <a:r>
              <a:rPr lang="zh-CN" altLang="en-US" sz="12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</a:t>
            </a:r>
            <a:r>
              <a:rPr lang="en-US" altLang="zh-CN" sz="12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r>
              <a:rPr lang="en-US" altLang="zh-CN" sz="12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</a:t>
            </a:r>
            <a:r>
              <a:rPr lang="zh-CN" altLang="en-US" sz="12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实验数据</a:t>
            </a:r>
            <a:endParaRPr lang="zh-CN" altLang="en-US" sz="120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lang="zh-CN" altLang="en-US"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数据源于</a:t>
            </a: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CHEN D, ZHAO L, HE J, et al.  Physical Review B, 2016, 94(17):174411.</a:t>
            </a:r>
            <a:endParaRPr lang="en-US" altLang="zh-CN" sz="12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endParaRPr lang="zh-CN" altLang="en-US" sz="120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5"/>
            </p:custDataLst>
          </p:nvPr>
        </p:nvSpPr>
        <p:spPr>
          <a:xfrm>
            <a:off x="146685" y="4905375"/>
            <a:ext cx="3749463" cy="1219200"/>
          </a:xfrm>
          <a:prstGeom prst="rect">
            <a:avLst/>
          </a:prstGeom>
          <a:noFill/>
        </p:spPr>
        <p:txBody>
          <a:bodyPr wrap="square" lIns="17780" tIns="0" rIns="17780" bIns="0" rtlCol="0" anchor="t">
            <a:noAutofit/>
          </a:bodyPr>
          <a:p>
            <a:pPr algn="l">
              <a:lnSpc>
                <a:spcPct val="120000"/>
              </a:lnSpc>
            </a:pPr>
            <a:r>
              <a:rPr lang="zh-CN" altLang="en-US" sz="1600">
                <a:solidFill>
                  <a:schemeClr val="dk1"/>
                </a:solidFill>
                <a:latin typeface="Calibri" panose="020F0502020204030204" charset="0"/>
                <a:ea typeface="宋体" panose="02010600030101010101" pitchFamily="2" charset="-122"/>
                <a:cs typeface="微软雅黑" panose="020B0503020204020204" charset="-122"/>
              </a:rPr>
              <a:t>。</a:t>
            </a:r>
            <a:endParaRPr lang="zh-CN" altLang="en-US" sz="1600">
              <a:solidFill>
                <a:schemeClr val="dk1"/>
              </a:solidFill>
              <a:latin typeface="Calibri" panose="020F0502020204030204" charset="0"/>
              <a:ea typeface="宋体" panose="02010600030101010101" pitchFamily="2" charset="-122"/>
              <a:cs typeface="微软雅黑" panose="020B0503020204020204" charset="-122"/>
            </a:endParaRPr>
          </a:p>
        </p:txBody>
      </p:sp>
      <p:pic>
        <p:nvPicPr>
          <p:cNvPr id="6" name="图片 5" descr="C:/Users/86136/Desktop/图片/rt.pngrt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rcRect l="4013" r="4013"/>
          <a:stretch>
            <a:fillRect/>
          </a:stretch>
        </p:blipFill>
        <p:spPr>
          <a:xfrm>
            <a:off x="4200948" y="1035050"/>
            <a:ext cx="3749463" cy="3057525"/>
          </a:xfrm>
          <a:custGeom>
            <a:avLst/>
            <a:gdLst>
              <a:gd name="sw" fmla="*/ 1 w 5904"/>
              <a:gd name="sh" fmla="*/ 1 h 4815"/>
              <a:gd name="mins" fmla="min sw sh"/>
              <a:gd name="dsw" fmla="+- 0 sw mins"/>
              <a:gd name="dsh" fmla="+- 0 sh mins"/>
              <a:gd name="p0x0" fmla="*/ 240 w 5904"/>
              <a:gd name="p0y0" fmla="*/ 0 h 4815"/>
              <a:gd name="p0x1" fmla="*/ 5664 w 5904"/>
              <a:gd name="p0y1" fmla="*/ 0 h 4815"/>
              <a:gd name="p0x2" fmla="*/ 5797 w 5904"/>
              <a:gd name="p0y2" fmla="*/ 0 h 4815"/>
              <a:gd name="p0x3" fmla="*/ 5904 w 5904"/>
              <a:gd name="p0y3" fmla="*/ 107 h 4815"/>
              <a:gd name="p0x4" fmla="*/ 5904 w 5904"/>
              <a:gd name="p0y4" fmla="*/ 240 h 4815"/>
              <a:gd name="p0x5" fmla="*/ 5904 w 5904"/>
              <a:gd name="p0y5" fmla="*/ 4575 h 4815"/>
              <a:gd name="p0x6" fmla="*/ 5904 w 5904"/>
              <a:gd name="p0y6" fmla="*/ 4707 h 4815"/>
              <a:gd name="p0x7" fmla="*/ 5797 w 5904"/>
              <a:gd name="p0y7" fmla="*/ 4815 h 4815"/>
              <a:gd name="p0x8" fmla="*/ 5664 w 5904"/>
              <a:gd name="p0y8" fmla="*/ 4815 h 4815"/>
              <a:gd name="p0x9" fmla="*/ 240 w 5904"/>
              <a:gd name="p0y9" fmla="*/ 4815 h 4815"/>
              <a:gd name="p0x10" fmla="*/ 107 w 5904"/>
              <a:gd name="p0y10" fmla="*/ 4815 h 4815"/>
              <a:gd name="p0x11" fmla="*/ 0 w 5904"/>
              <a:gd name="p0y11" fmla="*/ 4707 h 4815"/>
              <a:gd name="p0x12" fmla="*/ 0 w 5904"/>
              <a:gd name="p0y12" fmla="*/ 4575 h 4815"/>
              <a:gd name="p0x13" fmla="*/ 0 w 5904"/>
              <a:gd name="p0y13" fmla="*/ 240 h 4815"/>
              <a:gd name="p0x14" fmla="*/ 0 w 5904"/>
              <a:gd name="p0y14" fmla="*/ 107 h 4815"/>
              <a:gd name="p0x15" fmla="*/ 107 w 5904"/>
              <a:gd name="p0y15" fmla="*/ 0 h 4815"/>
              <a:gd name="p0x16" fmla="*/ 240 w 5904"/>
              <a:gd name="p0y16" fmla="*/ 0 h 481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EEEEEE"/>
          </a:solidFill>
          <a:ln>
            <a:noFill/>
          </a:ln>
          <a:effectLst/>
        </p:spPr>
      </p:pic>
      <p:sp>
        <p:nvSpPr>
          <p:cNvPr id="14" name="文本框 13"/>
          <p:cNvSpPr txBox="1"/>
          <p:nvPr>
            <p:custDataLst>
              <p:tags r:id="rId8"/>
            </p:custDataLst>
          </p:nvPr>
        </p:nvSpPr>
        <p:spPr>
          <a:xfrm>
            <a:off x="4200948" y="4092575"/>
            <a:ext cx="3749463" cy="406400"/>
          </a:xfrm>
          <a:prstGeom prst="rect">
            <a:avLst/>
          </a:prstGeom>
          <a:noFill/>
        </p:spPr>
        <p:txBody>
          <a:bodyPr wrap="square" lIns="17780" tIns="0" rIns="17780" bIns="0" rtlCol="0" anchor="t">
            <a:noAutofit/>
          </a:bodyPr>
          <a:p>
            <a:pPr algn="ctr"/>
            <a:r>
              <a:rPr lang="zh-CN" altLang="en-US" sz="1200">
                <a:latin typeface="微软雅黑" panose="020B0503020204020204" charset="-122"/>
                <a:ea typeface="微软雅黑" panose="020B0503020204020204" charset="-122"/>
                <a:sym typeface="+mn-ea"/>
              </a:rPr>
              <a:t>图</a:t>
            </a: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  <a:sym typeface="+mn-ea"/>
              </a:rPr>
              <a:t>6</a:t>
            </a: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  <a:sym typeface="+mn-ea"/>
              </a:rPr>
              <a:t>.</a:t>
            </a:r>
            <a:r>
              <a:rPr lang="zh-CN" altLang="en-US" sz="1200">
                <a:latin typeface="微软雅黑" panose="020B0503020204020204" charset="-122"/>
                <a:ea typeface="微软雅黑" panose="020B0503020204020204" charset="-122"/>
                <a:sym typeface="+mn-ea"/>
              </a:rPr>
              <a:t>仅考虑温度阻尼</a:t>
            </a:r>
            <a:endParaRPr lang="zh-CN" altLang="en-US" sz="1200"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15" name="文本框 14"/>
          <p:cNvSpPr txBox="1"/>
          <p:nvPr>
            <p:custDataLst>
              <p:tags r:id="rId9"/>
            </p:custDataLst>
          </p:nvPr>
        </p:nvSpPr>
        <p:spPr>
          <a:xfrm>
            <a:off x="4149513" y="5064125"/>
            <a:ext cx="3749463" cy="1219200"/>
          </a:xfrm>
          <a:prstGeom prst="rect">
            <a:avLst/>
          </a:prstGeom>
          <a:noFill/>
        </p:spPr>
        <p:txBody>
          <a:bodyPr wrap="square" lIns="17780" tIns="0" rIns="17780" bIns="0" rtlCol="0" anchor="t">
            <a:noAutofit/>
          </a:bodyPr>
          <a:p>
            <a:pPr algn="l">
              <a:lnSpc>
                <a:spcPct val="120000"/>
              </a:lnSpc>
            </a:pPr>
            <a:r>
              <a:rPr lang="zh-CN" altLang="en-US" sz="16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有明显的振荡，满足温度越低振幅越大，但是</a:t>
            </a:r>
            <a:r>
              <a:rPr lang="en-US" altLang="zh-CN" sz="16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值较低的区域，模拟振幅衰减不足</a:t>
            </a:r>
            <a:endParaRPr lang="zh-CN" altLang="en-US" sz="160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图片 8" descr="C:/Users/86136/Desktop/图片/dingle.pngdingle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rcRect l="4013" r="4013"/>
          <a:stretch>
            <a:fillRect/>
          </a:stretch>
        </p:blipFill>
        <p:spPr>
          <a:xfrm>
            <a:off x="8255212" y="1035050"/>
            <a:ext cx="3749463" cy="3057525"/>
          </a:xfrm>
          <a:custGeom>
            <a:avLst/>
            <a:gdLst>
              <a:gd name="sw" fmla="*/ 1 w 5904"/>
              <a:gd name="sh" fmla="*/ 1 h 4815"/>
              <a:gd name="mins" fmla="min sw sh"/>
              <a:gd name="dsw" fmla="+- 0 sw mins"/>
              <a:gd name="dsh" fmla="+- 0 sh mins"/>
              <a:gd name="p0x0" fmla="*/ 240 w 5904"/>
              <a:gd name="p0y0" fmla="*/ 0 h 4815"/>
              <a:gd name="p0x1" fmla="*/ 5664 w 5904"/>
              <a:gd name="p0y1" fmla="*/ 0 h 4815"/>
              <a:gd name="p0x2" fmla="*/ 5797 w 5904"/>
              <a:gd name="p0y2" fmla="*/ 0 h 4815"/>
              <a:gd name="p0x3" fmla="*/ 5904 w 5904"/>
              <a:gd name="p0y3" fmla="*/ 107 h 4815"/>
              <a:gd name="p0x4" fmla="*/ 5904 w 5904"/>
              <a:gd name="p0y4" fmla="*/ 240 h 4815"/>
              <a:gd name="p0x5" fmla="*/ 5904 w 5904"/>
              <a:gd name="p0y5" fmla="*/ 4575 h 4815"/>
              <a:gd name="p0x6" fmla="*/ 5904 w 5904"/>
              <a:gd name="p0y6" fmla="*/ 4707 h 4815"/>
              <a:gd name="p0x7" fmla="*/ 5797 w 5904"/>
              <a:gd name="p0y7" fmla="*/ 4815 h 4815"/>
              <a:gd name="p0x8" fmla="*/ 5664 w 5904"/>
              <a:gd name="p0y8" fmla="*/ 4815 h 4815"/>
              <a:gd name="p0x9" fmla="*/ 240 w 5904"/>
              <a:gd name="p0y9" fmla="*/ 4815 h 4815"/>
              <a:gd name="p0x10" fmla="*/ 107 w 5904"/>
              <a:gd name="p0y10" fmla="*/ 4815 h 4815"/>
              <a:gd name="p0x11" fmla="*/ 0 w 5904"/>
              <a:gd name="p0y11" fmla="*/ 4707 h 4815"/>
              <a:gd name="p0x12" fmla="*/ 0 w 5904"/>
              <a:gd name="p0y12" fmla="*/ 4575 h 4815"/>
              <a:gd name="p0x13" fmla="*/ 0 w 5904"/>
              <a:gd name="p0y13" fmla="*/ 240 h 4815"/>
              <a:gd name="p0x14" fmla="*/ 0 w 5904"/>
              <a:gd name="p0y14" fmla="*/ 107 h 4815"/>
              <a:gd name="p0x15" fmla="*/ 107 w 5904"/>
              <a:gd name="p0y15" fmla="*/ 0 h 4815"/>
              <a:gd name="p0x16" fmla="*/ 240 w 5904"/>
              <a:gd name="p0y16" fmla="*/ 0 h 481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EEEEEE"/>
          </a:solidFill>
          <a:ln>
            <a:noFill/>
          </a:ln>
          <a:effectLst/>
        </p:spPr>
      </p:pic>
      <p:sp>
        <p:nvSpPr>
          <p:cNvPr id="16" name="文本框 15"/>
          <p:cNvSpPr txBox="1"/>
          <p:nvPr>
            <p:custDataLst>
              <p:tags r:id="rId12"/>
            </p:custDataLst>
          </p:nvPr>
        </p:nvSpPr>
        <p:spPr>
          <a:xfrm>
            <a:off x="8255212" y="4092575"/>
            <a:ext cx="3749463" cy="406400"/>
          </a:xfrm>
          <a:prstGeom prst="rect">
            <a:avLst/>
          </a:prstGeom>
          <a:noFill/>
        </p:spPr>
        <p:txBody>
          <a:bodyPr wrap="square" lIns="17780" tIns="0" rIns="17780" bIns="0" rtlCol="0" anchor="t">
            <a:noAutofit/>
          </a:bodyPr>
          <a:p>
            <a:pPr algn="ctr"/>
            <a:r>
              <a:rPr lang="zh-CN" altLang="en-US" sz="12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</a:t>
            </a:r>
            <a:r>
              <a:rPr lang="en-US" altLang="zh-CN" sz="12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lang="en-US" altLang="zh-CN" sz="12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</a:t>
            </a:r>
            <a:r>
              <a:rPr lang="zh-CN" altLang="en-US" sz="12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考虑温度阻尼和</a:t>
            </a:r>
            <a:r>
              <a:rPr lang="en-US" altLang="zh-CN" sz="12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Dingle</a:t>
            </a:r>
            <a:r>
              <a:rPr lang="zh-CN" altLang="en-US" sz="12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因子</a:t>
            </a:r>
            <a:endParaRPr lang="zh-CN" altLang="en-US" sz="120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13"/>
            </p:custDataLst>
          </p:nvPr>
        </p:nvSpPr>
        <p:spPr>
          <a:xfrm>
            <a:off x="8255212" y="5064125"/>
            <a:ext cx="3749463" cy="1219200"/>
          </a:xfrm>
          <a:prstGeom prst="rect">
            <a:avLst/>
          </a:prstGeom>
          <a:noFill/>
        </p:spPr>
        <p:txBody>
          <a:bodyPr wrap="square" lIns="17780" tIns="0" rIns="17780" bIns="0" rtlCol="0" anchor="t">
            <a:noAutofit/>
          </a:bodyPr>
          <a:p>
            <a:pPr algn="l">
              <a:lnSpc>
                <a:spcPct val="120000"/>
              </a:lnSpc>
            </a:pPr>
            <a:r>
              <a:rPr lang="zh-CN" altLang="en-US" sz="16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 sz="16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值较低时，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不能忽略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电子的散射，加入 </a:t>
            </a:r>
            <a:r>
              <a:rPr lang="en-US" altLang="zh-CN" sz="16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Dingle 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因子后，低 </a:t>
            </a:r>
            <a:r>
              <a:rPr lang="en-US" altLang="zh-CN" sz="16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 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区振幅衰减更明显，模拟曲线与实验趋势更为接近</a:t>
            </a:r>
            <a:endParaRPr lang="zh-CN" altLang="en-US" sz="160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14"/>
            </p:custDataLst>
          </p:nvPr>
        </p:nvSpPr>
        <p:spPr>
          <a:xfrm>
            <a:off x="457200" y="409575"/>
            <a:ext cx="3048000" cy="571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理论与实验对比</a:t>
            </a:r>
            <a:endParaRPr sz="3000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982325" y="0"/>
            <a:ext cx="1172845" cy="1106805"/>
          </a:xfrm>
          <a:prstGeom prst="rect">
            <a:avLst/>
          </a:prstGeom>
        </p:spPr>
      </p:pic>
    </p:spTree>
    <p:custDataLst>
      <p:tags r:id="rId16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457200" y="409575"/>
            <a:ext cx="1943100" cy="5715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sz="3000" b="1" spc="75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结论</a:t>
            </a:r>
            <a:endParaRPr lang="zh-CN" sz="3000" b="1" spc="75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457200" y="1162050"/>
            <a:ext cx="3630930" cy="5238750"/>
            <a:chOff x="720" y="1830"/>
            <a:chExt cx="5718" cy="8250"/>
          </a:xfrm>
          <a:effectLst>
            <a:outerShdw blurRad="85725" dist="38100" dir="5399999" algn="ctr" rotWithShape="0">
              <a:srgbClr val="000000">
                <a:alpha val="5098"/>
              </a:srgbClr>
            </a:outerShdw>
          </a:effectLst>
        </p:grpSpPr>
        <p:sp>
          <p:nvSpPr>
            <p:cNvPr id="4" name="任意多边形 3"/>
            <p:cNvSpPr/>
            <p:nvPr>
              <p:custDataLst>
                <p:tags r:id="rId3"/>
              </p:custDataLst>
            </p:nvPr>
          </p:nvSpPr>
          <p:spPr>
            <a:xfrm>
              <a:off x="720" y="1830"/>
              <a:ext cx="5719" cy="8250"/>
            </a:xfrm>
            <a:custGeom>
              <a:avLst/>
              <a:gdLst>
                <a:gd name="sw" fmla="*/ 1 w 5719"/>
                <a:gd name="sh" fmla="*/ 1 h 8250"/>
                <a:gd name="mins" fmla="min sw sh"/>
                <a:gd name="dsw" fmla="+- 0 sw mins"/>
                <a:gd name="dsh" fmla="+- 0 sh mins"/>
                <a:gd name="p0x0" fmla="*/ 240 w 5719"/>
                <a:gd name="p0y0" fmla="*/ 0 h 8250"/>
                <a:gd name="p0x1" fmla="*/ 5479 w 5719"/>
                <a:gd name="p0y1" fmla="*/ 0 h 8250"/>
                <a:gd name="p0x2" fmla="*/ 5612 w 5719"/>
                <a:gd name="p0y2" fmla="*/ 0 h 8250"/>
                <a:gd name="p0x3" fmla="*/ 5719 w 5719"/>
                <a:gd name="p0y3" fmla="*/ 107 h 8250"/>
                <a:gd name="p0x4" fmla="*/ 5719 w 5719"/>
                <a:gd name="p0y4" fmla="*/ 240 h 8250"/>
                <a:gd name="p0x5" fmla="*/ 5719 w 5719"/>
                <a:gd name="p0y5" fmla="*/ 8010 h 8250"/>
                <a:gd name="p0x6" fmla="*/ 5719 w 5719"/>
                <a:gd name="p0y6" fmla="*/ 8142 h 8250"/>
                <a:gd name="p0x7" fmla="*/ 5612 w 5719"/>
                <a:gd name="p0y7" fmla="*/ 8250 h 8250"/>
                <a:gd name="p0x8" fmla="*/ 5479 w 5719"/>
                <a:gd name="p0y8" fmla="*/ 8250 h 8250"/>
                <a:gd name="p0x9" fmla="*/ 240 w 5719"/>
                <a:gd name="p0y9" fmla="*/ 8250 h 8250"/>
                <a:gd name="p0x10" fmla="*/ 107 w 5719"/>
                <a:gd name="p0y10" fmla="*/ 8250 h 8250"/>
                <a:gd name="p0x11" fmla="*/ 0 w 5719"/>
                <a:gd name="p0y11" fmla="*/ 8142 h 8250"/>
                <a:gd name="p0x12" fmla="*/ 0 w 5719"/>
                <a:gd name="p0y12" fmla="*/ 8010 h 8250"/>
                <a:gd name="p0x13" fmla="*/ 0 w 5719"/>
                <a:gd name="p0y13" fmla="*/ 240 h 8250"/>
                <a:gd name="p0x14" fmla="*/ 0 w 5719"/>
                <a:gd name="p0y14" fmla="*/ 107 h 8250"/>
                <a:gd name="p0x15" fmla="*/ 107 w 5719"/>
                <a:gd name="p0y15" fmla="*/ 0 h 8250"/>
                <a:gd name="p0x16" fmla="*/ 240 w 5719"/>
                <a:gd name="p0y16" fmla="*/ 0 h 825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任意多边形 4"/>
            <p:cNvSpPr/>
            <p:nvPr>
              <p:custDataLst>
                <p:tags r:id="rId4"/>
              </p:custDataLst>
            </p:nvPr>
          </p:nvSpPr>
          <p:spPr>
            <a:xfrm>
              <a:off x="720" y="1830"/>
              <a:ext cx="5719" cy="240"/>
            </a:xfrm>
            <a:custGeom>
              <a:avLst/>
              <a:gdLst>
                <a:gd name="sw" fmla="*/ 1 w 5719"/>
                <a:gd name="sh" fmla="*/ 1 h 240"/>
                <a:gd name="mins" fmla="min sw sh"/>
                <a:gd name="dsw" fmla="+- 0 sw mins"/>
                <a:gd name="dsh" fmla="+- 0 sh mins"/>
                <a:gd name="p0x0" fmla="*/ 240 w 5719"/>
                <a:gd name="p0y0" fmla="*/ 0 h 240"/>
                <a:gd name="p0x1" fmla="*/ 5479 w 5719"/>
                <a:gd name="p0y1" fmla="*/ 0 h 240"/>
                <a:gd name="p0x2" fmla="*/ 5612 w 5719"/>
                <a:gd name="p0y2" fmla="*/ 0 h 240"/>
                <a:gd name="p0x3" fmla="*/ 5719 w 5719"/>
                <a:gd name="p0y3" fmla="*/ 107 h 240"/>
                <a:gd name="p0x4" fmla="*/ 5719 w 5719"/>
                <a:gd name="p0y4" fmla="*/ 240 h 240"/>
                <a:gd name="p0x5" fmla="*/ 5719 w 5719"/>
                <a:gd name="p0y5" fmla="*/ 157 h 240"/>
                <a:gd name="p0x6" fmla="*/ 5612 w 5719"/>
                <a:gd name="p0y6" fmla="*/ 90 h 240"/>
                <a:gd name="p0x7" fmla="*/ 5479 w 5719"/>
                <a:gd name="p0y7" fmla="*/ 90 h 240"/>
                <a:gd name="p0x8" fmla="*/ 240 w 5719"/>
                <a:gd name="p0y8" fmla="*/ 90 h 240"/>
                <a:gd name="p0x9" fmla="*/ 107 w 5719"/>
                <a:gd name="p0y9" fmla="*/ 90 h 240"/>
                <a:gd name="p0x10" fmla="*/ 0 w 5719"/>
                <a:gd name="p0y10" fmla="*/ 157 h 240"/>
                <a:gd name="p0x11" fmla="*/ 0 w 5719"/>
                <a:gd name="p0y11" fmla="*/ 240 h 240"/>
                <a:gd name="p0x12" fmla="*/ 0 w 5719"/>
                <a:gd name="p0y12" fmla="*/ 107 h 240"/>
                <a:gd name="p0x13" fmla="*/ 107 w 5719"/>
                <a:gd name="p0y13" fmla="*/ 0 h 240"/>
                <a:gd name="p0x14" fmla="*/ 240 w 5719"/>
                <a:gd name="p0y14" fmla="*/ 0 h 24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369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7" name="任意多边形 6"/>
          <p:cNvSpPr/>
          <p:nvPr>
            <p:custDataLst>
              <p:tags r:id="rId5"/>
            </p:custDataLst>
          </p:nvPr>
        </p:nvSpPr>
        <p:spPr>
          <a:xfrm>
            <a:off x="685800" y="1447800"/>
            <a:ext cx="533400" cy="533400"/>
          </a:xfrm>
          <a:custGeom>
            <a:avLst/>
            <a:gdLst>
              <a:gd name="sw" fmla="*/ 1 w 840"/>
              <a:gd name="sh" fmla="*/ 1 h 840"/>
              <a:gd name="mins" fmla="min sw sh"/>
              <a:gd name="dsw" fmla="+- 0 sw mins"/>
              <a:gd name="dsh" fmla="+- 0 sh mins"/>
              <a:gd name="p0x0" fmla="*/ 180 w 840"/>
              <a:gd name="p0y0" fmla="*/ 0 h 840"/>
              <a:gd name="p0x1" fmla="*/ 660 w 840"/>
              <a:gd name="p0y1" fmla="*/ 0 h 840"/>
              <a:gd name="p0x2" fmla="*/ 759 w 840"/>
              <a:gd name="p0y2" fmla="*/ 0 h 840"/>
              <a:gd name="p0x3" fmla="*/ 840 w 840"/>
              <a:gd name="p0y3" fmla="*/ 80 h 840"/>
              <a:gd name="p0x4" fmla="*/ 840 w 840"/>
              <a:gd name="p0y4" fmla="*/ 180 h 840"/>
              <a:gd name="p0x5" fmla="*/ 840 w 840"/>
              <a:gd name="p0y5" fmla="*/ 660 h 840"/>
              <a:gd name="p0x6" fmla="*/ 840 w 840"/>
              <a:gd name="p0y6" fmla="*/ 759 h 840"/>
              <a:gd name="p0x7" fmla="*/ 759 w 840"/>
              <a:gd name="p0y7" fmla="*/ 840 h 840"/>
              <a:gd name="p0x8" fmla="*/ 660 w 840"/>
              <a:gd name="p0y8" fmla="*/ 840 h 840"/>
              <a:gd name="p0x9" fmla="*/ 180 w 840"/>
              <a:gd name="p0y9" fmla="*/ 840 h 840"/>
              <a:gd name="p0x10" fmla="*/ 80 w 840"/>
              <a:gd name="p0y10" fmla="*/ 840 h 840"/>
              <a:gd name="p0x11" fmla="*/ 0 w 840"/>
              <a:gd name="p0y11" fmla="*/ 759 h 840"/>
              <a:gd name="p0x12" fmla="*/ 0 w 840"/>
              <a:gd name="p0y12" fmla="*/ 660 h 840"/>
              <a:gd name="p0x13" fmla="*/ 0 w 840"/>
              <a:gd name="p0y13" fmla="*/ 180 h 840"/>
              <a:gd name="p0x14" fmla="*/ 0 w 840"/>
              <a:gd name="p0y14" fmla="*/ 80 h 840"/>
              <a:gd name="p0x15" fmla="*/ 80 w 840"/>
              <a:gd name="p0y15" fmla="*/ 0 h 840"/>
              <a:gd name="p0x16" fmla="*/ 180 w 840"/>
              <a:gd name="p0y16" fmla="*/ 0 h 8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369A1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>
            <p:custDataLst>
              <p:tags r:id="rId6"/>
            </p:custDataLst>
          </p:nvPr>
        </p:nvSpPr>
        <p:spPr>
          <a:xfrm>
            <a:off x="685165" y="2283143"/>
            <a:ext cx="3174949" cy="3257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理论</a:t>
            </a:r>
            <a:r>
              <a:rPr 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推导</a:t>
            </a:r>
            <a:endParaRPr lang="zh-CN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6" name="组合 55"/>
          <p:cNvGrpSpPr/>
          <p:nvPr/>
        </p:nvGrpSpPr>
        <p:grpSpPr>
          <a:xfrm>
            <a:off x="685800" y="2557780"/>
            <a:ext cx="3173730" cy="313690"/>
            <a:chOff x="1080" y="4028"/>
            <a:chExt cx="4998" cy="494"/>
          </a:xfrm>
        </p:grpSpPr>
        <p:sp>
          <p:nvSpPr>
            <p:cNvPr id="10" name="任意多边形 9"/>
            <p:cNvSpPr/>
            <p:nvPr>
              <p:custDataLst>
                <p:tags r:id="rId7"/>
              </p:custDataLst>
            </p:nvPr>
          </p:nvSpPr>
          <p:spPr>
            <a:xfrm>
              <a:off x="1080" y="4028"/>
              <a:ext cx="4999" cy="495"/>
            </a:xfrm>
            <a:custGeom>
              <a:avLst/>
              <a:gdLst>
                <a:gd name="sw" fmla="*/ 1 w 4999"/>
                <a:gd name="sh" fmla="*/ 1 h 494"/>
                <a:gd name="mins" fmla="min sw sh"/>
                <a:gd name="dsw" fmla="+- 0 sw mins"/>
                <a:gd name="dsh" fmla="+- 0 sh mins"/>
                <a:gd name="p0x0" fmla="*/ 0 w 4999"/>
                <a:gd name="p0y0" fmla="*/ 0 h 494"/>
                <a:gd name="p0x1" fmla="*/ 4999 w 4999"/>
                <a:gd name="p0y1" fmla="*/ 0 h 494"/>
                <a:gd name="p0x2" fmla="*/ 4999 w 4999"/>
                <a:gd name="p0y2" fmla="*/ 494 h 494"/>
                <a:gd name="p0x3" fmla="*/ 0 w 4999"/>
                <a:gd name="p0y3" fmla="*/ 494 h 494"/>
                <a:gd name="p0x4" fmla="*/ 0 w 4999"/>
                <a:gd name="p0y4" fmla="*/ 0 h 494"/>
              </a:gdLst>
              <a:ahLst/>
              <a:cxnLst/>
              <a:pathLst>
                <a:path w="4999" h="495">
                  <a:moveTo>
                    <a:pt x="0" y="0"/>
                  </a:moveTo>
                  <a:lnTo>
                    <a:pt x="4999" y="0"/>
                  </a:lnTo>
                  <a:lnTo>
                    <a:pt x="4999" y="495"/>
                  </a:lnTo>
                  <a:lnTo>
                    <a:pt x="0" y="495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  <p:sp>
          <p:nvSpPr>
            <p:cNvPr id="11" name="任意多边形 10"/>
            <p:cNvSpPr/>
            <p:nvPr>
              <p:custDataLst>
                <p:tags r:id="rId8"/>
              </p:custDataLst>
            </p:nvPr>
          </p:nvSpPr>
          <p:spPr>
            <a:xfrm>
              <a:off x="1080" y="4508"/>
              <a:ext cx="4999" cy="15"/>
            </a:xfrm>
            <a:custGeom>
              <a:avLst/>
              <a:gdLst>
                <a:gd name="sw" fmla="*/ 1 w 4999"/>
                <a:gd name="sh" fmla="*/ 1 h 15"/>
                <a:gd name="mins" fmla="min sw sh"/>
                <a:gd name="dsw" fmla="+- 0 sw mins"/>
                <a:gd name="dsh" fmla="+- 0 sh mins"/>
                <a:gd name="p0x0" fmla="*/ 4999 w 4999"/>
                <a:gd name="p0y0" fmla="*/ 15 h 15"/>
                <a:gd name="p0x1" fmla="*/ 0 w 4999"/>
                <a:gd name="p0y1" fmla="*/ 15 h 15"/>
                <a:gd name="p0x2" fmla="*/ 0 w 4999"/>
                <a:gd name="p0y2" fmla="*/ 0 h 15"/>
                <a:gd name="p0x3" fmla="*/ 4999 w 4999"/>
                <a:gd name="p0y3" fmla="*/ 0 h 15"/>
                <a:gd name="p0x4" fmla="*/ 4999 w 4999"/>
                <a:gd name="p0y4" fmla="*/ 15 h 15"/>
              </a:gdLst>
              <a:ahLst/>
              <a:cxnLst/>
              <a:pathLst>
                <a:path w="4999" h="15">
                  <a:moveTo>
                    <a:pt x="4999" y="15"/>
                  </a:moveTo>
                  <a:lnTo>
                    <a:pt x="0" y="15"/>
                  </a:lnTo>
                  <a:lnTo>
                    <a:pt x="0" y="0"/>
                  </a:lnTo>
                  <a:lnTo>
                    <a:pt x="4999" y="0"/>
                  </a:lnTo>
                  <a:lnTo>
                    <a:pt x="4999" y="15"/>
                  </a:ln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</p:grpSp>
      <p:sp>
        <p:nvSpPr>
          <p:cNvPr id="14" name="文本框 13"/>
          <p:cNvSpPr txBox="1"/>
          <p:nvPr>
            <p:custDataLst>
              <p:tags r:id="rId9"/>
            </p:custDataLst>
          </p:nvPr>
        </p:nvSpPr>
        <p:spPr>
          <a:xfrm>
            <a:off x="685800" y="2969895"/>
            <a:ext cx="3175000" cy="21564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just">
              <a:lnSpc>
                <a:spcPct val="133000"/>
              </a:lnSpc>
            </a:pPr>
            <a:r>
              <a:rPr sz="1600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朗道能级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1600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LK</a:t>
            </a:r>
            <a:r>
              <a:rPr lang="zh-CN" altLang="en-US" sz="1600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公式温度阻尼因子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600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任意多边形 15"/>
          <p:cNvSpPr/>
          <p:nvPr>
            <p:custDataLst>
              <p:tags r:id="rId10"/>
            </p:custDataLst>
          </p:nvPr>
        </p:nvSpPr>
        <p:spPr>
          <a:xfrm>
            <a:off x="690245" y="5657850"/>
            <a:ext cx="3165475" cy="509270"/>
          </a:xfrm>
          <a:custGeom>
            <a:avLst/>
            <a:gdLst>
              <a:gd name="sw" fmla="*/ 1 w 4984"/>
              <a:gd name="sh" fmla="*/ 1 h 802"/>
              <a:gd name="mins" fmla="min sw sh"/>
              <a:gd name="dsw" fmla="+- 0 sw mins"/>
              <a:gd name="dsh" fmla="+- 0 sh mins"/>
              <a:gd name="p0x0" fmla="*/ 120 w 4984"/>
              <a:gd name="p0y0" fmla="*/ 0 h 802"/>
              <a:gd name="p0x1" fmla="*/ 4864 w 4984"/>
              <a:gd name="p0y1" fmla="*/ 0 h 802"/>
              <a:gd name="p0x2" fmla="*/ 4931 w 4984"/>
              <a:gd name="p0y2" fmla="*/ 0 h 802"/>
              <a:gd name="p0x3" fmla="*/ 4984 w 4984"/>
              <a:gd name="p0y3" fmla="*/ 53 h 802"/>
              <a:gd name="p0x4" fmla="*/ 4984 w 4984"/>
              <a:gd name="p0y4" fmla="*/ 120 h 802"/>
              <a:gd name="p0x5" fmla="*/ 4984 w 4984"/>
              <a:gd name="p0y5" fmla="*/ 682 h 802"/>
              <a:gd name="p0x6" fmla="*/ 4984 w 4984"/>
              <a:gd name="p0y6" fmla="*/ 748 h 802"/>
              <a:gd name="p0x7" fmla="*/ 4931 w 4984"/>
              <a:gd name="p0y7" fmla="*/ 802 h 802"/>
              <a:gd name="p0x8" fmla="*/ 4864 w 4984"/>
              <a:gd name="p0y8" fmla="*/ 802 h 802"/>
              <a:gd name="p0x9" fmla="*/ 120 w 4984"/>
              <a:gd name="p0y9" fmla="*/ 802 h 802"/>
              <a:gd name="p0x10" fmla="*/ 53 w 4984"/>
              <a:gd name="p0y10" fmla="*/ 802 h 802"/>
              <a:gd name="p0x11" fmla="*/ 0 w 4984"/>
              <a:gd name="p0y11" fmla="*/ 748 h 802"/>
              <a:gd name="p0x12" fmla="*/ 0 w 4984"/>
              <a:gd name="p0y12" fmla="*/ 682 h 802"/>
              <a:gd name="p0x13" fmla="*/ 0 w 4984"/>
              <a:gd name="p0y13" fmla="*/ 120 h 802"/>
              <a:gd name="p0x14" fmla="*/ 0 w 4984"/>
              <a:gd name="p0y14" fmla="*/ 53 h 802"/>
              <a:gd name="p0x15" fmla="*/ 53 w 4984"/>
              <a:gd name="p0y15" fmla="*/ 0 h 802"/>
              <a:gd name="p0x16" fmla="*/ 120 w 4984"/>
              <a:gd name="p0y16" fmla="*/ 0 h 80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8FAFC"/>
          </a:solidFill>
          <a:ln w="9525" cmpd="sng">
            <a:solidFill>
              <a:srgbClr val="E2E8F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任意多边形 17"/>
          <p:cNvSpPr/>
          <p:nvPr>
            <p:custDataLst>
              <p:tags r:id="rId11"/>
            </p:custDataLst>
          </p:nvPr>
        </p:nvSpPr>
        <p:spPr>
          <a:xfrm>
            <a:off x="809625" y="5991225"/>
            <a:ext cx="2926715" cy="57150"/>
          </a:xfrm>
          <a:custGeom>
            <a:avLst/>
            <a:gdLst>
              <a:gd name="sw" fmla="*/ 1 w 4609"/>
              <a:gd name="sh" fmla="*/ 1 h 90"/>
              <a:gd name="mins" fmla="min sw sh"/>
              <a:gd name="dsw" fmla="+- 0 sw mins"/>
              <a:gd name="dsh" fmla="+- 0 sh mins"/>
              <a:gd name="p0x0" fmla="*/ 45 w 4609"/>
              <a:gd name="p0y0" fmla="*/ 0 h 90"/>
              <a:gd name="p0x1" fmla="*/ 4564 w 4609"/>
              <a:gd name="p0y1" fmla="*/ 0 h 90"/>
              <a:gd name="p0x2" fmla="*/ 4589 w 4609"/>
              <a:gd name="p0y2" fmla="*/ 0 h 90"/>
              <a:gd name="p0x3" fmla="*/ 4609 w 4609"/>
              <a:gd name="p0y3" fmla="*/ 20 h 90"/>
              <a:gd name="p0x4" fmla="*/ 4609 w 4609"/>
              <a:gd name="p0y4" fmla="*/ 45 h 90"/>
              <a:gd name="p0x5" fmla="*/ 4609 w 4609"/>
              <a:gd name="p0y5" fmla="*/ 69 h 90"/>
              <a:gd name="p0x6" fmla="*/ 4589 w 4609"/>
              <a:gd name="p0y6" fmla="*/ 90 h 90"/>
              <a:gd name="p0x7" fmla="*/ 4564 w 4609"/>
              <a:gd name="p0y7" fmla="*/ 90 h 90"/>
              <a:gd name="p0x8" fmla="*/ 45 w 4609"/>
              <a:gd name="p0y8" fmla="*/ 90 h 90"/>
              <a:gd name="p0x9" fmla="*/ 20 w 4609"/>
              <a:gd name="p0y9" fmla="*/ 90 h 90"/>
              <a:gd name="p0x10" fmla="*/ 0 w 4609"/>
              <a:gd name="p0y10" fmla="*/ 69 h 90"/>
              <a:gd name="p0x11" fmla="*/ 0 w 4609"/>
              <a:gd name="p0y11" fmla="*/ 45 h 90"/>
              <a:gd name="p0x12" fmla="*/ 0 w 4609"/>
              <a:gd name="p0y12" fmla="*/ 20 h 90"/>
              <a:gd name="p0x13" fmla="*/ 20 w 4609"/>
              <a:gd name="p0y13" fmla="*/ 0 h 90"/>
              <a:gd name="p0x14" fmla="*/ 45 w 4609"/>
              <a:gd name="p0y14" fmla="*/ 0 h 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E2E8F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任意多边形 18"/>
          <p:cNvSpPr/>
          <p:nvPr>
            <p:custDataLst>
              <p:tags r:id="rId12"/>
            </p:custDataLst>
          </p:nvPr>
        </p:nvSpPr>
        <p:spPr>
          <a:xfrm>
            <a:off x="809625" y="5991231"/>
            <a:ext cx="2926715" cy="57139"/>
          </a:xfrm>
          <a:custGeom>
            <a:avLst/>
            <a:gdLst>
              <a:gd name="sw" fmla="*/ 1 w 4609"/>
              <a:gd name="sh" fmla="*/ 1 h 90"/>
              <a:gd name="mins" fmla="min sw sh"/>
              <a:gd name="dsw" fmla="+- 0 sw mins"/>
              <a:gd name="dsh" fmla="+- 0 sh mins"/>
              <a:gd name="p0x0" fmla="*/ 45 w 4609"/>
              <a:gd name="p0y0" fmla="*/ 0 h 90"/>
              <a:gd name="p0x1" fmla="*/ 4564 w 4609"/>
              <a:gd name="p0y1" fmla="*/ 0 h 90"/>
              <a:gd name="p0x2" fmla="*/ 4589 w 4609"/>
              <a:gd name="p0y2" fmla="*/ 0 h 90"/>
              <a:gd name="p0x3" fmla="*/ 4609 w 4609"/>
              <a:gd name="p0y3" fmla="*/ 20 h 90"/>
              <a:gd name="p0x4" fmla="*/ 4609 w 4609"/>
              <a:gd name="p0y4" fmla="*/ 45 h 90"/>
              <a:gd name="p0x5" fmla="*/ 4609 w 4609"/>
              <a:gd name="p0y5" fmla="*/ 69 h 90"/>
              <a:gd name="p0x6" fmla="*/ 4589 w 4609"/>
              <a:gd name="p0y6" fmla="*/ 90 h 90"/>
              <a:gd name="p0x7" fmla="*/ 4564 w 4609"/>
              <a:gd name="p0y7" fmla="*/ 90 h 90"/>
              <a:gd name="p0x8" fmla="*/ 45 w 4609"/>
              <a:gd name="p0y8" fmla="*/ 90 h 90"/>
              <a:gd name="p0x9" fmla="*/ 20 w 4609"/>
              <a:gd name="p0y9" fmla="*/ 90 h 90"/>
              <a:gd name="p0x10" fmla="*/ 0 w 4609"/>
              <a:gd name="p0y10" fmla="*/ 69 h 90"/>
              <a:gd name="p0x11" fmla="*/ 0 w 4609"/>
              <a:gd name="p0y11" fmla="*/ 45 h 90"/>
              <a:gd name="p0x12" fmla="*/ 0 w 4609"/>
              <a:gd name="p0y12" fmla="*/ 20 h 90"/>
              <a:gd name="p0x13" fmla="*/ 20 w 4609"/>
              <a:gd name="p0y13" fmla="*/ 0 h 90"/>
              <a:gd name="p0x14" fmla="*/ 45 w 4609"/>
              <a:gd name="p0y14" fmla="*/ 0 h 90"/>
            </a:gdLst>
            <a:ahLst/>
            <a:cxnLst/>
            <a:pathLst>
              <a:path w="4609" h="90">
                <a:moveTo>
                  <a:pt x="45" y="0"/>
                </a:moveTo>
                <a:lnTo>
                  <a:pt x="4564" y="0"/>
                </a:lnTo>
                <a:cubicBezTo>
                  <a:pt x="4589" y="-1"/>
                  <a:pt x="4610" y="23"/>
                  <a:pt x="4609" y="45"/>
                </a:cubicBezTo>
                <a:cubicBezTo>
                  <a:pt x="4610" y="70"/>
                  <a:pt x="4586" y="91"/>
                  <a:pt x="4564" y="90"/>
                </a:cubicBezTo>
                <a:lnTo>
                  <a:pt x="45" y="90"/>
                </a:lnTo>
                <a:cubicBezTo>
                  <a:pt x="20" y="91"/>
                  <a:pt x="-1" y="67"/>
                  <a:pt x="0" y="45"/>
                </a:cubicBezTo>
                <a:cubicBezTo>
                  <a:pt x="-1" y="20"/>
                  <a:pt x="23" y="-1"/>
                  <a:pt x="45" y="0"/>
                </a:cubicBezTo>
                <a:close/>
              </a:path>
            </a:pathLst>
          </a:custGeom>
          <a:solidFill>
            <a:srgbClr val="0369A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grpSp>
        <p:nvGrpSpPr>
          <p:cNvPr id="57" name="组合 56"/>
          <p:cNvGrpSpPr/>
          <p:nvPr/>
        </p:nvGrpSpPr>
        <p:grpSpPr>
          <a:xfrm>
            <a:off x="4279265" y="1162050"/>
            <a:ext cx="3632200" cy="5238750"/>
            <a:chOff x="6739" y="1830"/>
            <a:chExt cx="5720" cy="8250"/>
          </a:xfrm>
          <a:effectLst>
            <a:outerShdw blurRad="85725" dist="38100" dir="5399999" algn="ctr" rotWithShape="0">
              <a:srgbClr val="000000">
                <a:alpha val="5098"/>
              </a:srgbClr>
            </a:outerShdw>
          </a:effectLst>
        </p:grpSpPr>
        <p:sp>
          <p:nvSpPr>
            <p:cNvPr id="21" name="任意多边形 20"/>
            <p:cNvSpPr/>
            <p:nvPr>
              <p:custDataLst>
                <p:tags r:id="rId13"/>
              </p:custDataLst>
            </p:nvPr>
          </p:nvSpPr>
          <p:spPr>
            <a:xfrm>
              <a:off x="6739" y="1830"/>
              <a:ext cx="5720" cy="8250"/>
            </a:xfrm>
            <a:custGeom>
              <a:avLst/>
              <a:gdLst>
                <a:gd name="sw" fmla="*/ 1 w 5720"/>
                <a:gd name="sh" fmla="*/ 1 h 8250"/>
                <a:gd name="mins" fmla="min sw sh"/>
                <a:gd name="dsw" fmla="+- 0 sw mins"/>
                <a:gd name="dsh" fmla="+- 0 sh mins"/>
                <a:gd name="p0x0" fmla="*/ 240 w 5720"/>
                <a:gd name="p0y0" fmla="*/ 0 h 8250"/>
                <a:gd name="p0x1" fmla="*/ 5480 w 5720"/>
                <a:gd name="p0y1" fmla="*/ 0 h 8250"/>
                <a:gd name="p0x2" fmla="*/ 5612 w 5720"/>
                <a:gd name="p0y2" fmla="*/ 0 h 8250"/>
                <a:gd name="p0x3" fmla="*/ 5720 w 5720"/>
                <a:gd name="p0y3" fmla="*/ 107 h 8250"/>
                <a:gd name="p0x4" fmla="*/ 5720 w 5720"/>
                <a:gd name="p0y4" fmla="*/ 240 h 8250"/>
                <a:gd name="p0x5" fmla="*/ 5720 w 5720"/>
                <a:gd name="p0y5" fmla="*/ 8010 h 8250"/>
                <a:gd name="p0x6" fmla="*/ 5720 w 5720"/>
                <a:gd name="p0y6" fmla="*/ 8142 h 8250"/>
                <a:gd name="p0x7" fmla="*/ 5612 w 5720"/>
                <a:gd name="p0y7" fmla="*/ 8250 h 8250"/>
                <a:gd name="p0x8" fmla="*/ 5480 w 5720"/>
                <a:gd name="p0y8" fmla="*/ 8250 h 8250"/>
                <a:gd name="p0x9" fmla="*/ 240 w 5720"/>
                <a:gd name="p0y9" fmla="*/ 8250 h 8250"/>
                <a:gd name="p0x10" fmla="*/ 107 w 5720"/>
                <a:gd name="p0y10" fmla="*/ 8250 h 8250"/>
                <a:gd name="p0x11" fmla="*/ 0 w 5720"/>
                <a:gd name="p0y11" fmla="*/ 8142 h 8250"/>
                <a:gd name="p0x12" fmla="*/ 0 w 5720"/>
                <a:gd name="p0y12" fmla="*/ 8010 h 8250"/>
                <a:gd name="p0x13" fmla="*/ 0 w 5720"/>
                <a:gd name="p0y13" fmla="*/ 240 h 8250"/>
                <a:gd name="p0x14" fmla="*/ 0 w 5720"/>
                <a:gd name="p0y14" fmla="*/ 107 h 8250"/>
                <a:gd name="p0x15" fmla="*/ 107 w 5720"/>
                <a:gd name="p0y15" fmla="*/ 0 h 8250"/>
                <a:gd name="p0x16" fmla="*/ 240 w 5720"/>
                <a:gd name="p0y16" fmla="*/ 0 h 825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" name="任意多边形 21"/>
            <p:cNvSpPr/>
            <p:nvPr>
              <p:custDataLst>
                <p:tags r:id="rId14"/>
              </p:custDataLst>
            </p:nvPr>
          </p:nvSpPr>
          <p:spPr>
            <a:xfrm>
              <a:off x="6739" y="1830"/>
              <a:ext cx="5720" cy="240"/>
            </a:xfrm>
            <a:custGeom>
              <a:avLst/>
              <a:gdLst>
                <a:gd name="sw" fmla="*/ 1 w 5720"/>
                <a:gd name="sh" fmla="*/ 1 h 240"/>
                <a:gd name="mins" fmla="min sw sh"/>
                <a:gd name="dsw" fmla="+- 0 sw mins"/>
                <a:gd name="dsh" fmla="+- 0 sh mins"/>
                <a:gd name="p0x0" fmla="*/ 240 w 5720"/>
                <a:gd name="p0y0" fmla="*/ 0 h 240"/>
                <a:gd name="p0x1" fmla="*/ 5480 w 5720"/>
                <a:gd name="p0y1" fmla="*/ 0 h 240"/>
                <a:gd name="p0x2" fmla="*/ 5612 w 5720"/>
                <a:gd name="p0y2" fmla="*/ 0 h 240"/>
                <a:gd name="p0x3" fmla="*/ 5720 w 5720"/>
                <a:gd name="p0y3" fmla="*/ 107 h 240"/>
                <a:gd name="p0x4" fmla="*/ 5720 w 5720"/>
                <a:gd name="p0y4" fmla="*/ 240 h 240"/>
                <a:gd name="p0x5" fmla="*/ 5720 w 5720"/>
                <a:gd name="p0y5" fmla="*/ 157 h 240"/>
                <a:gd name="p0x6" fmla="*/ 5612 w 5720"/>
                <a:gd name="p0y6" fmla="*/ 90 h 240"/>
                <a:gd name="p0x7" fmla="*/ 5480 w 5720"/>
                <a:gd name="p0y7" fmla="*/ 90 h 240"/>
                <a:gd name="p0x8" fmla="*/ 240 w 5720"/>
                <a:gd name="p0y8" fmla="*/ 90 h 240"/>
                <a:gd name="p0x9" fmla="*/ 107 w 5720"/>
                <a:gd name="p0y9" fmla="*/ 90 h 240"/>
                <a:gd name="p0x10" fmla="*/ 0 w 5720"/>
                <a:gd name="p0y10" fmla="*/ 157 h 240"/>
                <a:gd name="p0x11" fmla="*/ 0 w 5720"/>
                <a:gd name="p0y11" fmla="*/ 240 h 240"/>
                <a:gd name="p0x12" fmla="*/ 0 w 5720"/>
                <a:gd name="p0y12" fmla="*/ 107 h 240"/>
                <a:gd name="p0x13" fmla="*/ 107 w 5720"/>
                <a:gd name="p0y13" fmla="*/ 0 h 240"/>
                <a:gd name="p0x14" fmla="*/ 240 w 5720"/>
                <a:gd name="p0y14" fmla="*/ 0 h 24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33415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4" name="任意多边形 23"/>
          <p:cNvSpPr/>
          <p:nvPr>
            <p:custDataLst>
              <p:tags r:id="rId15"/>
            </p:custDataLst>
          </p:nvPr>
        </p:nvSpPr>
        <p:spPr>
          <a:xfrm>
            <a:off x="4507865" y="1447800"/>
            <a:ext cx="533400" cy="533400"/>
          </a:xfrm>
          <a:custGeom>
            <a:avLst/>
            <a:gdLst>
              <a:gd name="sw" fmla="*/ 1 w 840"/>
              <a:gd name="sh" fmla="*/ 1 h 840"/>
              <a:gd name="mins" fmla="min sw sh"/>
              <a:gd name="dsw" fmla="+- 0 sw mins"/>
              <a:gd name="dsh" fmla="+- 0 sh mins"/>
              <a:gd name="p0x0" fmla="*/ 180 w 840"/>
              <a:gd name="p0y0" fmla="*/ 0 h 840"/>
              <a:gd name="p0x1" fmla="*/ 660 w 840"/>
              <a:gd name="p0y1" fmla="*/ 0 h 840"/>
              <a:gd name="p0x2" fmla="*/ 759 w 840"/>
              <a:gd name="p0y2" fmla="*/ 0 h 840"/>
              <a:gd name="p0x3" fmla="*/ 840 w 840"/>
              <a:gd name="p0y3" fmla="*/ 80 h 840"/>
              <a:gd name="p0x4" fmla="*/ 840 w 840"/>
              <a:gd name="p0y4" fmla="*/ 180 h 840"/>
              <a:gd name="p0x5" fmla="*/ 840 w 840"/>
              <a:gd name="p0y5" fmla="*/ 660 h 840"/>
              <a:gd name="p0x6" fmla="*/ 840 w 840"/>
              <a:gd name="p0y6" fmla="*/ 759 h 840"/>
              <a:gd name="p0x7" fmla="*/ 759 w 840"/>
              <a:gd name="p0y7" fmla="*/ 840 h 840"/>
              <a:gd name="p0x8" fmla="*/ 660 w 840"/>
              <a:gd name="p0y8" fmla="*/ 840 h 840"/>
              <a:gd name="p0x9" fmla="*/ 180 w 840"/>
              <a:gd name="p0y9" fmla="*/ 840 h 840"/>
              <a:gd name="p0x10" fmla="*/ 80 w 840"/>
              <a:gd name="p0y10" fmla="*/ 840 h 840"/>
              <a:gd name="p0x11" fmla="*/ 0 w 840"/>
              <a:gd name="p0y11" fmla="*/ 759 h 840"/>
              <a:gd name="p0x12" fmla="*/ 0 w 840"/>
              <a:gd name="p0y12" fmla="*/ 660 h 840"/>
              <a:gd name="p0x13" fmla="*/ 0 w 840"/>
              <a:gd name="p0y13" fmla="*/ 180 h 840"/>
              <a:gd name="p0x14" fmla="*/ 0 w 840"/>
              <a:gd name="p0y14" fmla="*/ 80 h 840"/>
              <a:gd name="p0x15" fmla="*/ 80 w 840"/>
              <a:gd name="p0y15" fmla="*/ 0 h 840"/>
              <a:gd name="p0x16" fmla="*/ 180 w 840"/>
              <a:gd name="p0y16" fmla="*/ 0 h 8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334155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2</a:t>
            </a:r>
            <a:endParaRPr lang="zh-CN" altLang="en-US"/>
          </a:p>
        </p:txBody>
      </p:sp>
      <p:sp>
        <p:nvSpPr>
          <p:cNvPr id="26" name="文本框 25"/>
          <p:cNvSpPr txBox="1"/>
          <p:nvPr>
            <p:custDataLst>
              <p:tags r:id="rId16"/>
            </p:custDataLst>
          </p:nvPr>
        </p:nvSpPr>
        <p:spPr>
          <a:xfrm>
            <a:off x="4508449" y="2238058"/>
            <a:ext cx="3175025" cy="3257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数据处理</a:t>
            </a:r>
            <a:endParaRPr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8" name="组合 57"/>
          <p:cNvGrpSpPr/>
          <p:nvPr/>
        </p:nvGrpSpPr>
        <p:grpSpPr>
          <a:xfrm>
            <a:off x="4507865" y="2557780"/>
            <a:ext cx="3175000" cy="313690"/>
            <a:chOff x="7099" y="4028"/>
            <a:chExt cx="5000" cy="494"/>
          </a:xfrm>
        </p:grpSpPr>
        <p:sp>
          <p:nvSpPr>
            <p:cNvPr id="27" name="任意多边形 26"/>
            <p:cNvSpPr/>
            <p:nvPr>
              <p:custDataLst>
                <p:tags r:id="rId17"/>
              </p:custDataLst>
            </p:nvPr>
          </p:nvSpPr>
          <p:spPr>
            <a:xfrm>
              <a:off x="7099" y="4028"/>
              <a:ext cx="5000" cy="495"/>
            </a:xfrm>
            <a:custGeom>
              <a:avLst/>
              <a:gdLst>
                <a:gd name="sw" fmla="*/ 1 w 5000"/>
                <a:gd name="sh" fmla="*/ 1 h 494"/>
                <a:gd name="mins" fmla="min sw sh"/>
                <a:gd name="dsw" fmla="+- 0 sw mins"/>
                <a:gd name="dsh" fmla="+- 0 sh mins"/>
                <a:gd name="p0x0" fmla="*/ 0 w 5000"/>
                <a:gd name="p0y0" fmla="*/ 0 h 494"/>
                <a:gd name="p0x1" fmla="*/ 5000 w 5000"/>
                <a:gd name="p0y1" fmla="*/ 0 h 494"/>
                <a:gd name="p0x2" fmla="*/ 5000 w 5000"/>
                <a:gd name="p0y2" fmla="*/ 494 h 494"/>
                <a:gd name="p0x3" fmla="*/ 0 w 5000"/>
                <a:gd name="p0y3" fmla="*/ 494 h 494"/>
                <a:gd name="p0x4" fmla="*/ 0 w 5000"/>
                <a:gd name="p0y4" fmla="*/ 0 h 494"/>
              </a:gdLst>
              <a:ahLst/>
              <a:cxnLst/>
              <a:pathLst>
                <a:path w="5000" h="495">
                  <a:moveTo>
                    <a:pt x="0" y="0"/>
                  </a:moveTo>
                  <a:lnTo>
                    <a:pt x="5000" y="0"/>
                  </a:lnTo>
                  <a:lnTo>
                    <a:pt x="5000" y="495"/>
                  </a:lnTo>
                  <a:lnTo>
                    <a:pt x="0" y="495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  <p:sp>
          <p:nvSpPr>
            <p:cNvPr id="28" name="任意多边形 27"/>
            <p:cNvSpPr/>
            <p:nvPr>
              <p:custDataLst>
                <p:tags r:id="rId18"/>
              </p:custDataLst>
            </p:nvPr>
          </p:nvSpPr>
          <p:spPr>
            <a:xfrm>
              <a:off x="7099" y="4508"/>
              <a:ext cx="5000" cy="15"/>
            </a:xfrm>
            <a:custGeom>
              <a:avLst/>
              <a:gdLst>
                <a:gd name="sw" fmla="*/ 1 w 5000"/>
                <a:gd name="sh" fmla="*/ 1 h 15"/>
                <a:gd name="mins" fmla="min sw sh"/>
                <a:gd name="dsw" fmla="+- 0 sw mins"/>
                <a:gd name="dsh" fmla="+- 0 sh mins"/>
                <a:gd name="p0x0" fmla="*/ 5000 w 5000"/>
                <a:gd name="p0y0" fmla="*/ 15 h 15"/>
                <a:gd name="p0x1" fmla="*/ 0 w 5000"/>
                <a:gd name="p0y1" fmla="*/ 15 h 15"/>
                <a:gd name="p0x2" fmla="*/ 0 w 5000"/>
                <a:gd name="p0y2" fmla="*/ 0 h 15"/>
                <a:gd name="p0x3" fmla="*/ 5000 w 5000"/>
                <a:gd name="p0y3" fmla="*/ 0 h 15"/>
                <a:gd name="p0x4" fmla="*/ 5000 w 5000"/>
                <a:gd name="p0y4" fmla="*/ 15 h 15"/>
              </a:gdLst>
              <a:ahLst/>
              <a:cxnLst/>
              <a:pathLst>
                <a:path w="5000" h="15">
                  <a:moveTo>
                    <a:pt x="5000" y="15"/>
                  </a:moveTo>
                  <a:lnTo>
                    <a:pt x="0" y="15"/>
                  </a:lnTo>
                  <a:lnTo>
                    <a:pt x="0" y="0"/>
                  </a:lnTo>
                  <a:lnTo>
                    <a:pt x="5000" y="0"/>
                  </a:lnTo>
                  <a:lnTo>
                    <a:pt x="5000" y="15"/>
                  </a:ln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</p:grpSp>
      <p:sp>
        <p:nvSpPr>
          <p:cNvPr id="31" name="文本框 30"/>
          <p:cNvSpPr txBox="1"/>
          <p:nvPr>
            <p:custDataLst>
              <p:tags r:id="rId19"/>
            </p:custDataLst>
          </p:nvPr>
        </p:nvSpPr>
        <p:spPr>
          <a:xfrm>
            <a:off x="4508500" y="2969895"/>
            <a:ext cx="3175000" cy="16560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just">
              <a:lnSpc>
                <a:spcPct val="133000"/>
              </a:lnSpc>
            </a:pPr>
            <a:r>
              <a:rPr lang="zh-CN"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从</a:t>
            </a:r>
            <a:r>
              <a:rPr lang="en-US" altLang="zh-CN"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Ta</a:t>
            </a:r>
            <a:r>
              <a:rPr lang="en-US" altLang="zh-CN" sz="1600" baseline="-250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lang="en-US" altLang="zh-CN"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S</a:t>
            </a:r>
            <a:r>
              <a:rPr lang="en-US" altLang="zh-CN" sz="1600" baseline="-250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lang="zh-CN" altLang="en-US"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实验数据中提取了三个振荡频率，计算其费米面截面积和</a:t>
            </a:r>
            <a:r>
              <a:rPr lang="zh-CN" altLang="en-US"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有效质量</a:t>
            </a:r>
            <a:endParaRPr lang="zh-CN" altLang="en-US" sz="1600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任意多边形 32"/>
          <p:cNvSpPr/>
          <p:nvPr>
            <p:custDataLst>
              <p:tags r:id="rId20"/>
            </p:custDataLst>
          </p:nvPr>
        </p:nvSpPr>
        <p:spPr>
          <a:xfrm>
            <a:off x="4512945" y="5657850"/>
            <a:ext cx="3165475" cy="509270"/>
          </a:xfrm>
          <a:custGeom>
            <a:avLst/>
            <a:gdLst>
              <a:gd name="sw" fmla="*/ 1 w 4985"/>
              <a:gd name="sh" fmla="*/ 1 h 802"/>
              <a:gd name="mins" fmla="min sw sh"/>
              <a:gd name="dsw" fmla="+- 0 sw mins"/>
              <a:gd name="dsh" fmla="+- 0 sh mins"/>
              <a:gd name="p0x0" fmla="*/ 120 w 4985"/>
              <a:gd name="p0y0" fmla="*/ 0 h 802"/>
              <a:gd name="p0x1" fmla="*/ 4865 w 4985"/>
              <a:gd name="p0y1" fmla="*/ 0 h 802"/>
              <a:gd name="p0x2" fmla="*/ 4931 w 4985"/>
              <a:gd name="p0y2" fmla="*/ 0 h 802"/>
              <a:gd name="p0x3" fmla="*/ 4985 w 4985"/>
              <a:gd name="p0y3" fmla="*/ 53 h 802"/>
              <a:gd name="p0x4" fmla="*/ 4985 w 4985"/>
              <a:gd name="p0y4" fmla="*/ 120 h 802"/>
              <a:gd name="p0x5" fmla="*/ 4985 w 4985"/>
              <a:gd name="p0y5" fmla="*/ 682 h 802"/>
              <a:gd name="p0x6" fmla="*/ 4985 w 4985"/>
              <a:gd name="p0y6" fmla="*/ 748 h 802"/>
              <a:gd name="p0x7" fmla="*/ 4931 w 4985"/>
              <a:gd name="p0y7" fmla="*/ 802 h 802"/>
              <a:gd name="p0x8" fmla="*/ 4865 w 4985"/>
              <a:gd name="p0y8" fmla="*/ 802 h 802"/>
              <a:gd name="p0x9" fmla="*/ 120 w 4985"/>
              <a:gd name="p0y9" fmla="*/ 802 h 802"/>
              <a:gd name="p0x10" fmla="*/ 53 w 4985"/>
              <a:gd name="p0y10" fmla="*/ 802 h 802"/>
              <a:gd name="p0x11" fmla="*/ 0 w 4985"/>
              <a:gd name="p0y11" fmla="*/ 748 h 802"/>
              <a:gd name="p0x12" fmla="*/ 0 w 4985"/>
              <a:gd name="p0y12" fmla="*/ 682 h 802"/>
              <a:gd name="p0x13" fmla="*/ 0 w 4985"/>
              <a:gd name="p0y13" fmla="*/ 120 h 802"/>
              <a:gd name="p0x14" fmla="*/ 0 w 4985"/>
              <a:gd name="p0y14" fmla="*/ 53 h 802"/>
              <a:gd name="p0x15" fmla="*/ 53 w 4985"/>
              <a:gd name="p0y15" fmla="*/ 0 h 802"/>
              <a:gd name="p0x16" fmla="*/ 120 w 4985"/>
              <a:gd name="p0y16" fmla="*/ 0 h 80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8FAFC"/>
          </a:solidFill>
          <a:ln w="9525" cmpd="sng">
            <a:solidFill>
              <a:srgbClr val="E2E8F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任意多边形 34"/>
          <p:cNvSpPr/>
          <p:nvPr>
            <p:custDataLst>
              <p:tags r:id="rId21"/>
            </p:custDataLst>
          </p:nvPr>
        </p:nvSpPr>
        <p:spPr>
          <a:xfrm>
            <a:off x="4631690" y="5991225"/>
            <a:ext cx="2927350" cy="57150"/>
          </a:xfrm>
          <a:custGeom>
            <a:avLst/>
            <a:gdLst>
              <a:gd name="sw" fmla="*/ 1 w 4610"/>
              <a:gd name="sh" fmla="*/ 1 h 90"/>
              <a:gd name="mins" fmla="min sw sh"/>
              <a:gd name="dsw" fmla="+- 0 sw mins"/>
              <a:gd name="dsh" fmla="+- 0 sh mins"/>
              <a:gd name="p0x0" fmla="*/ 45 w 4610"/>
              <a:gd name="p0y0" fmla="*/ 0 h 90"/>
              <a:gd name="p0x1" fmla="*/ 4565 w 4610"/>
              <a:gd name="p0y1" fmla="*/ 0 h 90"/>
              <a:gd name="p0x2" fmla="*/ 4589 w 4610"/>
              <a:gd name="p0y2" fmla="*/ 0 h 90"/>
              <a:gd name="p0x3" fmla="*/ 4610 w 4610"/>
              <a:gd name="p0y3" fmla="*/ 20 h 90"/>
              <a:gd name="p0x4" fmla="*/ 4610 w 4610"/>
              <a:gd name="p0y4" fmla="*/ 45 h 90"/>
              <a:gd name="p0x5" fmla="*/ 4610 w 4610"/>
              <a:gd name="p0y5" fmla="*/ 69 h 90"/>
              <a:gd name="p0x6" fmla="*/ 4589 w 4610"/>
              <a:gd name="p0y6" fmla="*/ 90 h 90"/>
              <a:gd name="p0x7" fmla="*/ 4565 w 4610"/>
              <a:gd name="p0y7" fmla="*/ 90 h 90"/>
              <a:gd name="p0x8" fmla="*/ 45 w 4610"/>
              <a:gd name="p0y8" fmla="*/ 90 h 90"/>
              <a:gd name="p0x9" fmla="*/ 20 w 4610"/>
              <a:gd name="p0y9" fmla="*/ 90 h 90"/>
              <a:gd name="p0x10" fmla="*/ 0 w 4610"/>
              <a:gd name="p0y10" fmla="*/ 69 h 90"/>
              <a:gd name="p0x11" fmla="*/ 0 w 4610"/>
              <a:gd name="p0y11" fmla="*/ 45 h 90"/>
              <a:gd name="p0x12" fmla="*/ 0 w 4610"/>
              <a:gd name="p0y12" fmla="*/ 20 h 90"/>
              <a:gd name="p0x13" fmla="*/ 20 w 4610"/>
              <a:gd name="p0y13" fmla="*/ 0 h 90"/>
              <a:gd name="p0x14" fmla="*/ 45 w 4610"/>
              <a:gd name="p0y14" fmla="*/ 0 h 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E2E8F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任意多边形 35"/>
          <p:cNvSpPr/>
          <p:nvPr>
            <p:custDataLst>
              <p:tags r:id="rId22"/>
            </p:custDataLst>
          </p:nvPr>
        </p:nvSpPr>
        <p:spPr>
          <a:xfrm>
            <a:off x="4631690" y="5991225"/>
            <a:ext cx="2781300" cy="57150"/>
          </a:xfrm>
          <a:custGeom>
            <a:avLst/>
            <a:gdLst>
              <a:gd name="sw" fmla="*/ 1 w 4379"/>
              <a:gd name="sh" fmla="*/ 1 h 90"/>
              <a:gd name="mins" fmla="min sw sh"/>
              <a:gd name="dsw" fmla="+- 0 sw mins"/>
              <a:gd name="dsh" fmla="+- 0 sh mins"/>
              <a:gd name="p0x0" fmla="*/ 45 w 4379"/>
              <a:gd name="p0y0" fmla="*/ 0 h 90"/>
              <a:gd name="p0x1" fmla="*/ 4334 w 4379"/>
              <a:gd name="p0y1" fmla="*/ 0 h 90"/>
              <a:gd name="p0x2" fmla="*/ 4359 w 4379"/>
              <a:gd name="p0y2" fmla="*/ 0 h 90"/>
              <a:gd name="p0x3" fmla="*/ 4379 w 4379"/>
              <a:gd name="p0y3" fmla="*/ 20 h 90"/>
              <a:gd name="p0x4" fmla="*/ 4379 w 4379"/>
              <a:gd name="p0y4" fmla="*/ 45 h 90"/>
              <a:gd name="p0x5" fmla="*/ 4379 w 4379"/>
              <a:gd name="p0y5" fmla="*/ 69 h 90"/>
              <a:gd name="p0x6" fmla="*/ 4359 w 4379"/>
              <a:gd name="p0y6" fmla="*/ 90 h 90"/>
              <a:gd name="p0x7" fmla="*/ 4334 w 4379"/>
              <a:gd name="p0y7" fmla="*/ 90 h 90"/>
              <a:gd name="p0x8" fmla="*/ 45 w 4379"/>
              <a:gd name="p0y8" fmla="*/ 90 h 90"/>
              <a:gd name="p0x9" fmla="*/ 20 w 4379"/>
              <a:gd name="p0y9" fmla="*/ 90 h 90"/>
              <a:gd name="p0x10" fmla="*/ 0 w 4379"/>
              <a:gd name="p0y10" fmla="*/ 69 h 90"/>
              <a:gd name="p0x11" fmla="*/ 0 w 4379"/>
              <a:gd name="p0y11" fmla="*/ 45 h 90"/>
              <a:gd name="p0x12" fmla="*/ 0 w 4379"/>
              <a:gd name="p0y12" fmla="*/ 20 h 90"/>
              <a:gd name="p0x13" fmla="*/ 20 w 4379"/>
              <a:gd name="p0y13" fmla="*/ 0 h 90"/>
              <a:gd name="p0x14" fmla="*/ 45 w 4379"/>
              <a:gd name="p0y14" fmla="*/ 0 h 90"/>
            </a:gdLst>
            <a:ahLst/>
            <a:cxnLst/>
            <a:pathLst>
              <a:path w="4380" h="90">
                <a:moveTo>
                  <a:pt x="4335" y="0"/>
                </a:moveTo>
                <a:cubicBezTo>
                  <a:pt x="4360" y="-1"/>
                  <a:pt x="4381" y="23"/>
                  <a:pt x="4380" y="45"/>
                </a:cubicBezTo>
                <a:cubicBezTo>
                  <a:pt x="4381" y="70"/>
                  <a:pt x="4357" y="91"/>
                  <a:pt x="4335" y="90"/>
                </a:cubicBezTo>
                <a:lnTo>
                  <a:pt x="45" y="90"/>
                </a:lnTo>
                <a:cubicBezTo>
                  <a:pt x="20" y="91"/>
                  <a:pt x="-1" y="67"/>
                  <a:pt x="0" y="45"/>
                </a:cubicBezTo>
                <a:cubicBezTo>
                  <a:pt x="-1" y="20"/>
                  <a:pt x="23" y="-1"/>
                  <a:pt x="45" y="0"/>
                </a:cubicBezTo>
                <a:lnTo>
                  <a:pt x="4335" y="0"/>
                </a:lnTo>
                <a:close/>
              </a:path>
            </a:pathLst>
          </a:custGeom>
          <a:solidFill>
            <a:srgbClr val="33415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grpSp>
        <p:nvGrpSpPr>
          <p:cNvPr id="59" name="组合 58"/>
          <p:cNvGrpSpPr/>
          <p:nvPr/>
        </p:nvGrpSpPr>
        <p:grpSpPr>
          <a:xfrm>
            <a:off x="8101965" y="1162050"/>
            <a:ext cx="3632200" cy="5238750"/>
            <a:chOff x="12759" y="1830"/>
            <a:chExt cx="5720" cy="8250"/>
          </a:xfrm>
          <a:effectLst>
            <a:outerShdw blurRad="85725" dist="38100" dir="5399999" algn="ctr" rotWithShape="0">
              <a:srgbClr val="000000">
                <a:alpha val="5098"/>
              </a:srgbClr>
            </a:outerShdw>
          </a:effectLst>
        </p:grpSpPr>
        <p:sp>
          <p:nvSpPr>
            <p:cNvPr id="38" name="任意多边形 37"/>
            <p:cNvSpPr/>
            <p:nvPr>
              <p:custDataLst>
                <p:tags r:id="rId23"/>
              </p:custDataLst>
            </p:nvPr>
          </p:nvSpPr>
          <p:spPr>
            <a:xfrm>
              <a:off x="12759" y="1830"/>
              <a:ext cx="5721" cy="8250"/>
            </a:xfrm>
            <a:custGeom>
              <a:avLst/>
              <a:gdLst>
                <a:gd name="sw" fmla="*/ 1 w 5720"/>
                <a:gd name="sh" fmla="*/ 1 h 8250"/>
                <a:gd name="mins" fmla="min sw sh"/>
                <a:gd name="dsw" fmla="+- 0 sw mins"/>
                <a:gd name="dsh" fmla="+- 0 sh mins"/>
                <a:gd name="p0x0" fmla="*/ 240 w 5720"/>
                <a:gd name="p0y0" fmla="*/ 0 h 8250"/>
                <a:gd name="p0x1" fmla="*/ 5480 w 5720"/>
                <a:gd name="p0y1" fmla="*/ 0 h 8250"/>
                <a:gd name="p0x2" fmla="*/ 5612 w 5720"/>
                <a:gd name="p0y2" fmla="*/ 0 h 8250"/>
                <a:gd name="p0x3" fmla="*/ 5720 w 5720"/>
                <a:gd name="p0y3" fmla="*/ 107 h 8250"/>
                <a:gd name="p0x4" fmla="*/ 5720 w 5720"/>
                <a:gd name="p0y4" fmla="*/ 240 h 8250"/>
                <a:gd name="p0x5" fmla="*/ 5720 w 5720"/>
                <a:gd name="p0y5" fmla="*/ 8010 h 8250"/>
                <a:gd name="p0x6" fmla="*/ 5720 w 5720"/>
                <a:gd name="p0y6" fmla="*/ 8142 h 8250"/>
                <a:gd name="p0x7" fmla="*/ 5612 w 5720"/>
                <a:gd name="p0y7" fmla="*/ 8250 h 8250"/>
                <a:gd name="p0x8" fmla="*/ 5480 w 5720"/>
                <a:gd name="p0y8" fmla="*/ 8250 h 8250"/>
                <a:gd name="p0x9" fmla="*/ 240 w 5720"/>
                <a:gd name="p0y9" fmla="*/ 8250 h 8250"/>
                <a:gd name="p0x10" fmla="*/ 107 w 5720"/>
                <a:gd name="p0y10" fmla="*/ 8250 h 8250"/>
                <a:gd name="p0x11" fmla="*/ 0 w 5720"/>
                <a:gd name="p0y11" fmla="*/ 8142 h 8250"/>
                <a:gd name="p0x12" fmla="*/ 0 w 5720"/>
                <a:gd name="p0y12" fmla="*/ 8010 h 8250"/>
                <a:gd name="p0x13" fmla="*/ 0 w 5720"/>
                <a:gd name="p0y13" fmla="*/ 240 h 8250"/>
                <a:gd name="p0x14" fmla="*/ 0 w 5720"/>
                <a:gd name="p0y14" fmla="*/ 107 h 8250"/>
                <a:gd name="p0x15" fmla="*/ 107 w 5720"/>
                <a:gd name="p0y15" fmla="*/ 0 h 8250"/>
                <a:gd name="p0x16" fmla="*/ 240 w 5720"/>
                <a:gd name="p0y16" fmla="*/ 0 h 825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1F5F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9" name="任意多边形 38"/>
            <p:cNvSpPr/>
            <p:nvPr>
              <p:custDataLst>
                <p:tags r:id="rId24"/>
              </p:custDataLst>
            </p:nvPr>
          </p:nvSpPr>
          <p:spPr>
            <a:xfrm>
              <a:off x="12759" y="1830"/>
              <a:ext cx="5721" cy="240"/>
            </a:xfrm>
            <a:custGeom>
              <a:avLst/>
              <a:gdLst>
                <a:gd name="sw" fmla="*/ 1 w 5720"/>
                <a:gd name="sh" fmla="*/ 1 h 240"/>
                <a:gd name="mins" fmla="min sw sh"/>
                <a:gd name="dsw" fmla="+- 0 sw mins"/>
                <a:gd name="dsh" fmla="+- 0 sh mins"/>
                <a:gd name="p0x0" fmla="*/ 240 w 5720"/>
                <a:gd name="p0y0" fmla="*/ 0 h 240"/>
                <a:gd name="p0x1" fmla="*/ 5480 w 5720"/>
                <a:gd name="p0y1" fmla="*/ 0 h 240"/>
                <a:gd name="p0x2" fmla="*/ 5612 w 5720"/>
                <a:gd name="p0y2" fmla="*/ 0 h 240"/>
                <a:gd name="p0x3" fmla="*/ 5720 w 5720"/>
                <a:gd name="p0y3" fmla="*/ 107 h 240"/>
                <a:gd name="p0x4" fmla="*/ 5720 w 5720"/>
                <a:gd name="p0y4" fmla="*/ 240 h 240"/>
                <a:gd name="p0x5" fmla="*/ 5720 w 5720"/>
                <a:gd name="p0y5" fmla="*/ 157 h 240"/>
                <a:gd name="p0x6" fmla="*/ 5612 w 5720"/>
                <a:gd name="p0y6" fmla="*/ 90 h 240"/>
                <a:gd name="p0x7" fmla="*/ 5480 w 5720"/>
                <a:gd name="p0y7" fmla="*/ 90 h 240"/>
                <a:gd name="p0x8" fmla="*/ 240 w 5720"/>
                <a:gd name="p0y8" fmla="*/ 90 h 240"/>
                <a:gd name="p0x9" fmla="*/ 107 w 5720"/>
                <a:gd name="p0y9" fmla="*/ 90 h 240"/>
                <a:gd name="p0x10" fmla="*/ 0 w 5720"/>
                <a:gd name="p0y10" fmla="*/ 157 h 240"/>
                <a:gd name="p0x11" fmla="*/ 0 w 5720"/>
                <a:gd name="p0y11" fmla="*/ 240 h 240"/>
                <a:gd name="p0x12" fmla="*/ 0 w 5720"/>
                <a:gd name="p0y12" fmla="*/ 107 h 240"/>
                <a:gd name="p0x13" fmla="*/ 107 w 5720"/>
                <a:gd name="p0y13" fmla="*/ 0 h 240"/>
                <a:gd name="p0x14" fmla="*/ 240 w 5720"/>
                <a:gd name="p0y14" fmla="*/ 0 h 24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cubicBezTo>
                    <a:pt x="p0x5" y="p0y5"/>
                    <a:pt x="p0x6" y="p0y6"/>
                    <a:pt x="p0x7" y="p0y7"/>
                  </a:cubicBezTo>
                  <a:lnTo>
                    <a:pt x="p0x8" y="p0y8"/>
                  </a:lnTo>
                  <a:cubicBezTo>
                    <a:pt x="p0x9" y="p0y9"/>
                    <a:pt x="p0x10" y="p0y10"/>
                    <a:pt x="p0x11" y="p0y11"/>
                  </a:cubicBezTo>
                  <a:cubicBezTo>
                    <a:pt x="p0x12" y="p0y12"/>
                    <a:pt x="p0x13" y="p0y13"/>
                    <a:pt x="p0x14" y="p0y14"/>
                  </a:cubicBez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41" name="任意多边形 40"/>
          <p:cNvSpPr/>
          <p:nvPr>
            <p:custDataLst>
              <p:tags r:id="rId25"/>
            </p:custDataLst>
          </p:nvPr>
        </p:nvSpPr>
        <p:spPr>
          <a:xfrm>
            <a:off x="8330565" y="1447800"/>
            <a:ext cx="533400" cy="533400"/>
          </a:xfrm>
          <a:custGeom>
            <a:avLst/>
            <a:gdLst>
              <a:gd name="sw" fmla="*/ 1 w 840"/>
              <a:gd name="sh" fmla="*/ 1 h 840"/>
              <a:gd name="mins" fmla="min sw sh"/>
              <a:gd name="dsw" fmla="+- 0 sw mins"/>
              <a:gd name="dsh" fmla="+- 0 sh mins"/>
              <a:gd name="p0x0" fmla="*/ 180 w 840"/>
              <a:gd name="p0y0" fmla="*/ 0 h 840"/>
              <a:gd name="p0x1" fmla="*/ 660 w 840"/>
              <a:gd name="p0y1" fmla="*/ 0 h 840"/>
              <a:gd name="p0x2" fmla="*/ 759 w 840"/>
              <a:gd name="p0y2" fmla="*/ 0 h 840"/>
              <a:gd name="p0x3" fmla="*/ 840 w 840"/>
              <a:gd name="p0y3" fmla="*/ 80 h 840"/>
              <a:gd name="p0x4" fmla="*/ 840 w 840"/>
              <a:gd name="p0y4" fmla="*/ 180 h 840"/>
              <a:gd name="p0x5" fmla="*/ 840 w 840"/>
              <a:gd name="p0y5" fmla="*/ 660 h 840"/>
              <a:gd name="p0x6" fmla="*/ 840 w 840"/>
              <a:gd name="p0y6" fmla="*/ 759 h 840"/>
              <a:gd name="p0x7" fmla="*/ 759 w 840"/>
              <a:gd name="p0y7" fmla="*/ 840 h 840"/>
              <a:gd name="p0x8" fmla="*/ 660 w 840"/>
              <a:gd name="p0y8" fmla="*/ 840 h 840"/>
              <a:gd name="p0x9" fmla="*/ 180 w 840"/>
              <a:gd name="p0y9" fmla="*/ 840 h 840"/>
              <a:gd name="p0x10" fmla="*/ 80 w 840"/>
              <a:gd name="p0y10" fmla="*/ 840 h 840"/>
              <a:gd name="p0x11" fmla="*/ 0 w 840"/>
              <a:gd name="p0y11" fmla="*/ 759 h 840"/>
              <a:gd name="p0x12" fmla="*/ 0 w 840"/>
              <a:gd name="p0y12" fmla="*/ 660 h 840"/>
              <a:gd name="p0x13" fmla="*/ 0 w 840"/>
              <a:gd name="p0y13" fmla="*/ 180 h 840"/>
              <a:gd name="p0x14" fmla="*/ 0 w 840"/>
              <a:gd name="p0y14" fmla="*/ 80 h 840"/>
              <a:gd name="p0x15" fmla="*/ 80 w 840"/>
              <a:gd name="p0y15" fmla="*/ 0 h 840"/>
              <a:gd name="p0x16" fmla="*/ 180 w 840"/>
              <a:gd name="p0y16" fmla="*/ 0 h 8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F172A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3</a:t>
            </a:r>
            <a:endParaRPr lang="en-US" altLang="zh-CN"/>
          </a:p>
        </p:txBody>
      </p:sp>
      <p:sp>
        <p:nvSpPr>
          <p:cNvPr id="43" name="文本框 42"/>
          <p:cNvSpPr txBox="1"/>
          <p:nvPr>
            <p:custDataLst>
              <p:tags r:id="rId26"/>
            </p:custDataLst>
          </p:nvPr>
        </p:nvSpPr>
        <p:spPr>
          <a:xfrm>
            <a:off x="8331809" y="2231708"/>
            <a:ext cx="3175026" cy="3257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8000"/>
              </a:lnSpc>
            </a:pPr>
            <a:r>
              <a:rPr 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数值</a:t>
            </a:r>
            <a:r>
              <a:rPr lang="zh-CN" b="1">
                <a:solidFill>
                  <a:srgbClr val="0F172A"/>
                </a:solidFill>
                <a:latin typeface="微软雅黑" panose="020B0503020204020204" charset="-122"/>
                <a:ea typeface="微软雅黑" panose="020B0503020204020204" charset="-122"/>
              </a:rPr>
              <a:t>模拟</a:t>
            </a:r>
            <a:endParaRPr lang="zh-CN" b="1">
              <a:solidFill>
                <a:srgbClr val="0F172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60" name="组合 59"/>
          <p:cNvGrpSpPr/>
          <p:nvPr/>
        </p:nvGrpSpPr>
        <p:grpSpPr>
          <a:xfrm>
            <a:off x="8330565" y="2557780"/>
            <a:ext cx="3175000" cy="313690"/>
            <a:chOff x="13119" y="4028"/>
            <a:chExt cx="5000" cy="494"/>
          </a:xfrm>
        </p:grpSpPr>
        <p:sp>
          <p:nvSpPr>
            <p:cNvPr id="44" name="任意多边形 43"/>
            <p:cNvSpPr/>
            <p:nvPr>
              <p:custDataLst>
                <p:tags r:id="rId27"/>
              </p:custDataLst>
            </p:nvPr>
          </p:nvSpPr>
          <p:spPr>
            <a:xfrm>
              <a:off x="13119" y="4028"/>
              <a:ext cx="5001" cy="495"/>
            </a:xfrm>
            <a:custGeom>
              <a:avLst/>
              <a:gdLst>
                <a:gd name="sw" fmla="*/ 1 w 5000"/>
                <a:gd name="sh" fmla="*/ 1 h 494"/>
                <a:gd name="mins" fmla="min sw sh"/>
                <a:gd name="dsw" fmla="+- 0 sw mins"/>
                <a:gd name="dsh" fmla="+- 0 sh mins"/>
                <a:gd name="p0x0" fmla="*/ 0 w 5000"/>
                <a:gd name="p0y0" fmla="*/ 0 h 494"/>
                <a:gd name="p0x1" fmla="*/ 5000 w 5000"/>
                <a:gd name="p0y1" fmla="*/ 0 h 494"/>
                <a:gd name="p0x2" fmla="*/ 5000 w 5000"/>
                <a:gd name="p0y2" fmla="*/ 494 h 494"/>
                <a:gd name="p0x3" fmla="*/ 0 w 5000"/>
                <a:gd name="p0y3" fmla="*/ 494 h 494"/>
                <a:gd name="p0x4" fmla="*/ 0 w 5000"/>
                <a:gd name="p0y4" fmla="*/ 0 h 494"/>
              </a:gdLst>
              <a:ahLst/>
              <a:cxnLst/>
              <a:pathLst>
                <a:path w="5001" h="495">
                  <a:moveTo>
                    <a:pt x="5001" y="0"/>
                  </a:moveTo>
                  <a:lnTo>
                    <a:pt x="5001" y="495"/>
                  </a:lnTo>
                  <a:lnTo>
                    <a:pt x="0" y="495"/>
                  </a:lnTo>
                  <a:lnTo>
                    <a:pt x="0" y="0"/>
                  </a:lnTo>
                  <a:lnTo>
                    <a:pt x="5001" y="0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  <p:sp>
          <p:nvSpPr>
            <p:cNvPr id="45" name="任意多边形 44"/>
            <p:cNvSpPr/>
            <p:nvPr>
              <p:custDataLst>
                <p:tags r:id="rId28"/>
              </p:custDataLst>
            </p:nvPr>
          </p:nvSpPr>
          <p:spPr>
            <a:xfrm>
              <a:off x="13119" y="4508"/>
              <a:ext cx="5001" cy="15"/>
            </a:xfrm>
            <a:custGeom>
              <a:avLst/>
              <a:gdLst>
                <a:gd name="sw" fmla="*/ 1 w 5000"/>
                <a:gd name="sh" fmla="*/ 1 h 15"/>
                <a:gd name="mins" fmla="min sw sh"/>
                <a:gd name="dsw" fmla="+- 0 sw mins"/>
                <a:gd name="dsh" fmla="+- 0 sh mins"/>
                <a:gd name="p0x0" fmla="*/ 5000 w 5000"/>
                <a:gd name="p0y0" fmla="*/ 15 h 15"/>
                <a:gd name="p0x1" fmla="*/ 0 w 5000"/>
                <a:gd name="p0y1" fmla="*/ 15 h 15"/>
                <a:gd name="p0x2" fmla="*/ 0 w 5000"/>
                <a:gd name="p0y2" fmla="*/ 0 h 15"/>
                <a:gd name="p0x3" fmla="*/ 5000 w 5000"/>
                <a:gd name="p0y3" fmla="*/ 0 h 15"/>
                <a:gd name="p0x4" fmla="*/ 5000 w 5000"/>
                <a:gd name="p0y4" fmla="*/ 15 h 15"/>
              </a:gdLst>
              <a:ahLst/>
              <a:cxnLst/>
              <a:pathLst>
                <a:path w="5001" h="15">
                  <a:moveTo>
                    <a:pt x="5001" y="0"/>
                  </a:moveTo>
                  <a:lnTo>
                    <a:pt x="5001" y="15"/>
                  </a:lnTo>
                  <a:lnTo>
                    <a:pt x="0" y="15"/>
                  </a:lnTo>
                  <a:lnTo>
                    <a:pt x="0" y="0"/>
                  </a:lnTo>
                  <a:lnTo>
                    <a:pt x="5001" y="0"/>
                  </a:lnTo>
                  <a:close/>
                </a:path>
              </a:pathLst>
            </a:custGeom>
            <a:solidFill>
              <a:srgbClr val="E2E8F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</p:grpSp>
      <p:sp>
        <p:nvSpPr>
          <p:cNvPr id="48" name="文本框 47"/>
          <p:cNvSpPr txBox="1"/>
          <p:nvPr>
            <p:custDataLst>
              <p:tags r:id="rId29"/>
            </p:custDataLst>
          </p:nvPr>
        </p:nvSpPr>
        <p:spPr>
          <a:xfrm>
            <a:off x="8331200" y="2969895"/>
            <a:ext cx="3175000" cy="176657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just">
              <a:lnSpc>
                <a:spcPct val="133000"/>
              </a:lnSpc>
            </a:pPr>
            <a:r>
              <a:rPr lang="zh-CN"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数值模拟与实验一致，</a:t>
            </a:r>
            <a:r>
              <a:rPr lang="en-US" altLang="zh-CN"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Dingle</a:t>
            </a:r>
            <a:r>
              <a:rPr lang="zh-CN" altLang="en-US"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因子修正后低场振幅衰减符合</a:t>
            </a:r>
            <a:r>
              <a:rPr lang="zh-CN" altLang="en-US" sz="16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rPr>
              <a:t>观测</a:t>
            </a:r>
            <a:endParaRPr lang="zh-CN" altLang="en-US" sz="1600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任意多边形 49"/>
          <p:cNvSpPr/>
          <p:nvPr>
            <p:custDataLst>
              <p:tags r:id="rId30"/>
            </p:custDataLst>
          </p:nvPr>
        </p:nvSpPr>
        <p:spPr>
          <a:xfrm>
            <a:off x="8335645" y="5657850"/>
            <a:ext cx="3165475" cy="509270"/>
          </a:xfrm>
          <a:custGeom>
            <a:avLst/>
            <a:gdLst>
              <a:gd name="sw" fmla="*/ 1 w 4985"/>
              <a:gd name="sh" fmla="*/ 1 h 802"/>
              <a:gd name="mins" fmla="min sw sh"/>
              <a:gd name="dsw" fmla="+- 0 sw mins"/>
              <a:gd name="dsh" fmla="+- 0 sh mins"/>
              <a:gd name="p0x0" fmla="*/ 120 w 4985"/>
              <a:gd name="p0y0" fmla="*/ 0 h 802"/>
              <a:gd name="p0x1" fmla="*/ 4865 w 4985"/>
              <a:gd name="p0y1" fmla="*/ 0 h 802"/>
              <a:gd name="p0x2" fmla="*/ 4931 w 4985"/>
              <a:gd name="p0y2" fmla="*/ 0 h 802"/>
              <a:gd name="p0x3" fmla="*/ 4985 w 4985"/>
              <a:gd name="p0y3" fmla="*/ 53 h 802"/>
              <a:gd name="p0x4" fmla="*/ 4985 w 4985"/>
              <a:gd name="p0y4" fmla="*/ 120 h 802"/>
              <a:gd name="p0x5" fmla="*/ 4985 w 4985"/>
              <a:gd name="p0y5" fmla="*/ 682 h 802"/>
              <a:gd name="p0x6" fmla="*/ 4985 w 4985"/>
              <a:gd name="p0y6" fmla="*/ 748 h 802"/>
              <a:gd name="p0x7" fmla="*/ 4931 w 4985"/>
              <a:gd name="p0y7" fmla="*/ 802 h 802"/>
              <a:gd name="p0x8" fmla="*/ 4865 w 4985"/>
              <a:gd name="p0y8" fmla="*/ 802 h 802"/>
              <a:gd name="p0x9" fmla="*/ 120 w 4985"/>
              <a:gd name="p0y9" fmla="*/ 802 h 802"/>
              <a:gd name="p0x10" fmla="*/ 53 w 4985"/>
              <a:gd name="p0y10" fmla="*/ 802 h 802"/>
              <a:gd name="p0x11" fmla="*/ 0 w 4985"/>
              <a:gd name="p0y11" fmla="*/ 748 h 802"/>
              <a:gd name="p0x12" fmla="*/ 0 w 4985"/>
              <a:gd name="p0y12" fmla="*/ 682 h 802"/>
              <a:gd name="p0x13" fmla="*/ 0 w 4985"/>
              <a:gd name="p0y13" fmla="*/ 120 h 802"/>
              <a:gd name="p0x14" fmla="*/ 0 w 4985"/>
              <a:gd name="p0y14" fmla="*/ 53 h 802"/>
              <a:gd name="p0x15" fmla="*/ 53 w 4985"/>
              <a:gd name="p0y15" fmla="*/ 0 h 802"/>
              <a:gd name="p0x16" fmla="*/ 120 w 4985"/>
              <a:gd name="p0y16" fmla="*/ 0 h 80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8FAFC"/>
          </a:solidFill>
          <a:ln w="9525" cmpd="sng">
            <a:solidFill>
              <a:srgbClr val="E2E8F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2" name="任意多边形 51"/>
          <p:cNvSpPr/>
          <p:nvPr>
            <p:custDataLst>
              <p:tags r:id="rId31"/>
            </p:custDataLst>
          </p:nvPr>
        </p:nvSpPr>
        <p:spPr>
          <a:xfrm>
            <a:off x="8454390" y="5991225"/>
            <a:ext cx="2927985" cy="57150"/>
          </a:xfrm>
          <a:custGeom>
            <a:avLst/>
            <a:gdLst>
              <a:gd name="sw" fmla="*/ 1 w 4610"/>
              <a:gd name="sh" fmla="*/ 1 h 90"/>
              <a:gd name="mins" fmla="min sw sh"/>
              <a:gd name="dsw" fmla="+- 0 sw mins"/>
              <a:gd name="dsh" fmla="+- 0 sh mins"/>
              <a:gd name="p0x0" fmla="*/ 45 w 4610"/>
              <a:gd name="p0y0" fmla="*/ 0 h 90"/>
              <a:gd name="p0x1" fmla="*/ 4565 w 4610"/>
              <a:gd name="p0y1" fmla="*/ 0 h 90"/>
              <a:gd name="p0x2" fmla="*/ 4589 w 4610"/>
              <a:gd name="p0y2" fmla="*/ 0 h 90"/>
              <a:gd name="p0x3" fmla="*/ 4610 w 4610"/>
              <a:gd name="p0y3" fmla="*/ 20 h 90"/>
              <a:gd name="p0x4" fmla="*/ 4610 w 4610"/>
              <a:gd name="p0y4" fmla="*/ 45 h 90"/>
              <a:gd name="p0x5" fmla="*/ 4610 w 4610"/>
              <a:gd name="p0y5" fmla="*/ 69 h 90"/>
              <a:gd name="p0x6" fmla="*/ 4589 w 4610"/>
              <a:gd name="p0y6" fmla="*/ 90 h 90"/>
              <a:gd name="p0x7" fmla="*/ 4565 w 4610"/>
              <a:gd name="p0y7" fmla="*/ 90 h 90"/>
              <a:gd name="p0x8" fmla="*/ 45 w 4610"/>
              <a:gd name="p0y8" fmla="*/ 90 h 90"/>
              <a:gd name="p0x9" fmla="*/ 20 w 4610"/>
              <a:gd name="p0y9" fmla="*/ 90 h 90"/>
              <a:gd name="p0x10" fmla="*/ 0 w 4610"/>
              <a:gd name="p0y10" fmla="*/ 69 h 90"/>
              <a:gd name="p0x11" fmla="*/ 0 w 4610"/>
              <a:gd name="p0y11" fmla="*/ 45 h 90"/>
              <a:gd name="p0x12" fmla="*/ 0 w 4610"/>
              <a:gd name="p0y12" fmla="*/ 20 h 90"/>
              <a:gd name="p0x13" fmla="*/ 20 w 4610"/>
              <a:gd name="p0y13" fmla="*/ 0 h 90"/>
              <a:gd name="p0x14" fmla="*/ 45 w 4610"/>
              <a:gd name="p0y14" fmla="*/ 0 h 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E2E8F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任意多边形 52"/>
          <p:cNvSpPr/>
          <p:nvPr>
            <p:custDataLst>
              <p:tags r:id="rId32"/>
            </p:custDataLst>
          </p:nvPr>
        </p:nvSpPr>
        <p:spPr>
          <a:xfrm>
            <a:off x="8454396" y="5991225"/>
            <a:ext cx="2634609" cy="57150"/>
          </a:xfrm>
          <a:custGeom>
            <a:avLst/>
            <a:gdLst>
              <a:gd name="sw" fmla="*/ 1 w 4149"/>
              <a:gd name="sh" fmla="*/ 1 h 90"/>
              <a:gd name="mins" fmla="min sw sh"/>
              <a:gd name="dsw" fmla="+- 0 sw mins"/>
              <a:gd name="dsh" fmla="+- 0 sh mins"/>
              <a:gd name="p0x0" fmla="*/ 45 w 4149"/>
              <a:gd name="p0y0" fmla="*/ 0 h 90"/>
              <a:gd name="p0x1" fmla="*/ 4104 w 4149"/>
              <a:gd name="p0y1" fmla="*/ 0 h 90"/>
              <a:gd name="p0x2" fmla="*/ 4128 w 4149"/>
              <a:gd name="p0y2" fmla="*/ 0 h 90"/>
              <a:gd name="p0x3" fmla="*/ 4149 w 4149"/>
              <a:gd name="p0y3" fmla="*/ 20 h 90"/>
              <a:gd name="p0x4" fmla="*/ 4149 w 4149"/>
              <a:gd name="p0y4" fmla="*/ 45 h 90"/>
              <a:gd name="p0x5" fmla="*/ 4149 w 4149"/>
              <a:gd name="p0y5" fmla="*/ 69 h 90"/>
              <a:gd name="p0x6" fmla="*/ 4128 w 4149"/>
              <a:gd name="p0y6" fmla="*/ 90 h 90"/>
              <a:gd name="p0x7" fmla="*/ 4104 w 4149"/>
              <a:gd name="p0y7" fmla="*/ 90 h 90"/>
              <a:gd name="p0x8" fmla="*/ 45 w 4149"/>
              <a:gd name="p0y8" fmla="*/ 90 h 90"/>
              <a:gd name="p0x9" fmla="*/ 20 w 4149"/>
              <a:gd name="p0y9" fmla="*/ 90 h 90"/>
              <a:gd name="p0x10" fmla="*/ 0 w 4149"/>
              <a:gd name="p0y10" fmla="*/ 69 h 90"/>
              <a:gd name="p0x11" fmla="*/ 0 w 4149"/>
              <a:gd name="p0y11" fmla="*/ 45 h 90"/>
              <a:gd name="p0x12" fmla="*/ 0 w 4149"/>
              <a:gd name="p0y12" fmla="*/ 20 h 90"/>
              <a:gd name="p0x13" fmla="*/ 20 w 4149"/>
              <a:gd name="p0y13" fmla="*/ 0 h 90"/>
              <a:gd name="p0x14" fmla="*/ 45 w 4149"/>
              <a:gd name="p0y14" fmla="*/ 0 h 90"/>
            </a:gdLst>
            <a:ahLst/>
            <a:cxnLst/>
            <a:pathLst>
              <a:path w="4149" h="90">
                <a:moveTo>
                  <a:pt x="45" y="0"/>
                </a:moveTo>
                <a:lnTo>
                  <a:pt x="4104" y="0"/>
                </a:lnTo>
                <a:cubicBezTo>
                  <a:pt x="4129" y="-1"/>
                  <a:pt x="4150" y="23"/>
                  <a:pt x="4149" y="45"/>
                </a:cubicBezTo>
                <a:cubicBezTo>
                  <a:pt x="4150" y="70"/>
                  <a:pt x="4126" y="91"/>
                  <a:pt x="4104" y="90"/>
                </a:cubicBezTo>
                <a:lnTo>
                  <a:pt x="45" y="90"/>
                </a:lnTo>
                <a:cubicBezTo>
                  <a:pt x="20" y="91"/>
                  <a:pt x="-1" y="67"/>
                  <a:pt x="0" y="45"/>
                </a:cubicBezTo>
                <a:cubicBezTo>
                  <a:pt x="-1" y="20"/>
                  <a:pt x="23" y="-1"/>
                  <a:pt x="45" y="0"/>
                </a:cubicBezTo>
                <a:close/>
              </a:path>
            </a:pathLst>
          </a:custGeom>
          <a:solidFill>
            <a:srgbClr val="0F172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982325" y="0"/>
            <a:ext cx="1172845" cy="11068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4648124" y="2757488"/>
            <a:ext cx="3581476" cy="9048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5400" b="1" spc="300">
                <a:solidFill>
                  <a:srgbClr val="F8FAFC"/>
                </a:solidFill>
                <a:latin typeface="微软雅黑" panose="020B0503020204020204" charset="-122"/>
                <a:ea typeface="微软雅黑" panose="020B0503020204020204" charset="-122"/>
              </a:rPr>
              <a:t>谢谢观看</a:t>
            </a:r>
            <a:endParaRPr sz="5400" b="1" spc="300">
              <a:solidFill>
                <a:srgbClr val="F8FA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5495849" y="3967163"/>
            <a:ext cx="137167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8FAFC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汇报人：齐虹淦</a:t>
            </a:r>
            <a:endParaRPr sz="1350">
              <a:solidFill>
                <a:srgbClr val="F8FAFC">
                  <a:alpha val="90001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9d592495d2cacca92fdafc7e84ee70497a1b222b"/>
  <p:tag name="KSO_WM_NEWLAYOUT_GROUP_ID" val="layout_31"/>
  <p:tag name="KSO_WM_NEWLAYOUT_ID" val="slide_5de812628256de36"/>
</p:tagLst>
</file>

<file path=ppt/tags/tag35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3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3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3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9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4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4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4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4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4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4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4_1"/>
  <p:tag name="KSO_WM_UNIT_TYPE" val="l_h_i"/>
</p:tagLst>
</file>

<file path=ppt/tags/tag4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d"/>
</p:tagLst>
</file>

<file path=ppt/tags/tag4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5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5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9d0c609e7383350a448b6eca5c51a6d0d7edcd52"/>
  <p:tag name="KSO_WM_NEWLAYOUT_GROUP_ID" val="layout_10012"/>
  <p:tag name="KSO_WM_NEWLAYOUT_ID" val="slide_7fa0ab1e63954210"/>
</p:tagLst>
</file>

<file path=ppt/tags/tag5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5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5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5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5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5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c9a7b840ddf4d30f33fd4a488811bc95ad0e34b7"/>
  <p:tag name="KSO_WM_NEWLAYOUT_GROUP_ID" val="layout_10012"/>
  <p:tag name="KSO_WM_NEWLAYOUT_ID" val="slide_1b601487e8903dfa"/>
</p:tagLst>
</file>

<file path=ppt/tags/tag5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5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6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6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6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6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6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6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de53d942751cccb1fccce8085f4a2c60284af52"/>
  <p:tag name="KSO_WM_NEWLAYOUT_GROUP_ID" val="layout_10003"/>
  <p:tag name="KSO_WM_NEWLAYOUT_ID" val="slide_a0d311482a7c9980"/>
</p:tagLst>
</file>

<file path=ppt/tags/tag6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6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6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6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7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7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7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7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7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7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7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4_1"/>
  <p:tag name="KSO_WM_UNIT_TYPE" val="l_h_i"/>
</p:tagLst>
</file>

<file path=ppt/tags/tag7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7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TYPE" val="l_h_a"/>
</p:tagLst>
</file>

<file path=ppt/tags/tag79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5_1"/>
  <p:tag name="KSO_WM_UNIT_TYPE" val="l_h_i"/>
</p:tagLst>
</file>

<file path=ppt/tags/tag8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TYPE" val="l_h_f"/>
</p:tagLst>
</file>

<file path=ppt/tags/tag8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84e0fc28b9115d30298870cc6dd7d13fa6b087b"/>
  <p:tag name="KSO_WM_NEWLAYOUT_GROUP_ID" val="layout_10003"/>
  <p:tag name="KSO_WM_NEWLAYOUT_ID" val="slide_1b8e207f8b04e0fb"/>
</p:tagLst>
</file>

<file path=ppt/tags/tag8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8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8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8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8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8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8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89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9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9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f055ea08f9a066d78c4cdc9c8e1055bdd0b6de78"/>
  <p:tag name="KSO_WM_NEWLAYOUT_GROUP_ID" val="layout_10009"/>
  <p:tag name="KSO_WM_NEWLAYOUT_ID" val="slide_271e292e8ce0feb0"/>
</p:tagLst>
</file>

<file path=ppt/tags/tag9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9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9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9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9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9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9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9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0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0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f055ea08f9a066d78c4cdc9c8e1055bdd0b6de78"/>
  <p:tag name="KSO_WM_NEWLAYOUT_GROUP_ID" val="layout_10009"/>
  <p:tag name="KSO_WM_NEWLAYOUT_ID" val="slide_271e292e8ce0feb0"/>
</p:tagLst>
</file>

<file path=ppt/tags/tag10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10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0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0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10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0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0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10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1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a18a107b67c3a9128ee5e5715b42c2c81848427"/>
  <p:tag name="KSO_WM_NEWLAYOUT_GROUP_ID" val="layout_10003"/>
  <p:tag name="KSO_WM_NEWLAYOUT_ID" val="slide_81703d702ccd0284"/>
</p:tagLst>
</file>

<file path=ppt/tags/tag11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1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1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1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1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11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19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12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2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12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4_1"/>
  <p:tag name="KSO_WM_UNIT_TYPE" val="l_h_i"/>
</p:tagLst>
</file>

<file path=ppt/tags/tag12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12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125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26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27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28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29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3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131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</p:tagLst>
</file>

<file path=ppt/tags/tag132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33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34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35.xml><?xml version="1.0" encoding="utf-8"?>
<p:tagLst xmlns:p="http://schemas.openxmlformats.org/presentationml/2006/main">
  <p:tag name="KSO_WM_UNIT_TYPE" val="i"/>
  <p:tag name="KSO_WM_UNIT_INDEX" val="17"/>
  <p:tag name="KSO_WM_BEAUTIFY_FLAG" val="#wm#"/>
  <p:tag name="KSO_WM_TAG_VERSION" val="3.0"/>
</p:tagLst>
</file>

<file path=ppt/tags/tag136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137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38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139.xml><?xml version="1.0" encoding="utf-8"?>
<p:tagLst xmlns:p="http://schemas.openxmlformats.org/presentationml/2006/main">
  <p:tag name="KSO_WM_UNIT_TYPE" val="i"/>
  <p:tag name="KSO_WM_UNIT_INDEX" val="29"/>
  <p:tag name="KSO_WM_BEAUTIFY_FLAG" val="#wm#"/>
  <p:tag name="KSO_WM_TAG_VERSION" val="3.0"/>
</p:tagLst>
</file>

<file path=ppt/tags/tag140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141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42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143.xml><?xml version="1.0" encoding="utf-8"?>
<p:tagLst xmlns:p="http://schemas.openxmlformats.org/presentationml/2006/main">
  <p:tag name="KSO_WM_UNIT_TYPE" val="i"/>
  <p:tag name="KSO_WM_UNIT_INDEX" val="41"/>
  <p:tag name="KSO_WM_BEAUTIFY_FLAG" val="#wm#"/>
  <p:tag name="KSO_WM_TAG_VERSION" val="3.0"/>
</p:tagLst>
</file>

<file path=ppt/tags/tag144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145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46.xml><?xml version="1.0" encoding="utf-8"?>
<p:tagLst xmlns:p="http://schemas.openxmlformats.org/presentationml/2006/main">
  <p:tag name="KSO_WM_UNIT_TYPE" val="i"/>
  <p:tag name="KSO_WM_UNIT_INDEX" val="52"/>
  <p:tag name="KSO_WM_BEAUTIFY_FLAG" val="#wm#"/>
  <p:tag name="KSO_WM_TAG_VERSION" val="3.0"/>
</p:tagLst>
</file>

<file path=ppt/tags/tag147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48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149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50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51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52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53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154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55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56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57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58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59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160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161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62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163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64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165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66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167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168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169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</p:tagLst>
</file>

<file path=ppt/tags/tag170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171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</p:tagLst>
</file>

<file path=ppt/tags/tag172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173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74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75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176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7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178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</p:tagLst>
</file>

<file path=ppt/tags/tag179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80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</p:tagLst>
</file>

<file path=ppt/tags/tag181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82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183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84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85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186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</p:tagLst>
</file>

<file path=ppt/tags/tag187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88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189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90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91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192.xml><?xml version="1.0" encoding="utf-8"?>
<p:tagLst xmlns:p="http://schemas.openxmlformats.org/presentationml/2006/main">
  <p:tag name="KSO_WM_UNIT_TYPE" val="i"/>
  <p:tag name="KSO_WM_UNIT_INDEX" val="13"/>
  <p:tag name="KSO_WM_BEAUTIFY_FLAG" val="#wm#"/>
  <p:tag name="KSO_WM_TAG_VERSION" val="3.0"/>
</p:tagLst>
</file>

<file path=ppt/tags/tag193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94.xml><?xml version="1.0" encoding="utf-8"?>
<p:tagLst xmlns:p="http://schemas.openxmlformats.org/presentationml/2006/main">
  <p:tag name="KSO_WM_UNIT_TYPE" val="x"/>
  <p:tag name="KSO_WM_UNIT_INDEX" val="7"/>
  <p:tag name="KSO_WM_BEAUTIFY_FLAG" val="#wm#"/>
  <p:tag name="KSO_WM_TAG_VERSION" val="3.0"/>
</p:tagLst>
</file>

<file path=ppt/tags/tag195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96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97.xml><?xml version="1.0" encoding="utf-8"?>
<p:tagLst xmlns:p="http://schemas.openxmlformats.org/presentationml/2006/main">
  <p:tag name="KSO_WM_UNIT_TYPE" val="x"/>
  <p:tag name="KSO_WM_UNIT_INDEX" val="8"/>
  <p:tag name="KSO_WM_BEAUTIFY_FLAG" val="#wm#"/>
  <p:tag name="KSO_WM_TAG_VERSION" val="3.0"/>
</p:tagLst>
</file>

<file path=ppt/tags/tag198.xml><?xml version="1.0" encoding="utf-8"?>
<p:tagLst xmlns:p="http://schemas.openxmlformats.org/presentationml/2006/main">
  <p:tag name="KSO_WM_UNIT_TYPE" val="i"/>
  <p:tag name="KSO_WM_UNIT_INDEX" val="17"/>
  <p:tag name="KSO_WM_BEAUTIFY_FLAG" val="#wm#"/>
  <p:tag name="KSO_WM_TAG_VERSION" val="3.0"/>
</p:tagLst>
</file>

<file path=ppt/tags/tag199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200.xml><?xml version="1.0" encoding="utf-8"?>
<p:tagLst xmlns:p="http://schemas.openxmlformats.org/presentationml/2006/main">
  <p:tag name="KSO_WM_UNIT_TYPE" val="x"/>
  <p:tag name="KSO_WM_UNIT_INDEX" val="9"/>
  <p:tag name="KSO_WM_BEAUTIFY_FLAG" val="#wm#"/>
  <p:tag name="KSO_WM_TAG_VERSION" val="3.0"/>
</p:tagLst>
</file>

<file path=ppt/tags/tag201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202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203.xml><?xml version="1.0" encoding="utf-8"?>
<p:tagLst xmlns:p="http://schemas.openxmlformats.org/presentationml/2006/main">
  <p:tag name="KSO_WM_UNIT_TYPE" val="x"/>
  <p:tag name="KSO_WM_UNIT_INDEX" val="10"/>
  <p:tag name="KSO_WM_BEAUTIFY_FLAG" val="#wm#"/>
  <p:tag name="KSO_WM_TAG_VERSION" val="3.0"/>
</p:tagLst>
</file>

<file path=ppt/tags/tag204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205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20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207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</p:tagLst>
</file>

<file path=ppt/tags/tag20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209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210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211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212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</p:tagLst>
</file>

<file path=ppt/tags/tag213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214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215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216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217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218.xml><?xml version="1.0" encoding="utf-8"?>
<p:tagLst xmlns:p="http://schemas.openxmlformats.org/presentationml/2006/main">
  <p:tag name="KSO_WM_UNIT_TYPE" val="i"/>
  <p:tag name="KSO_WM_UNIT_INDEX" val="19"/>
  <p:tag name="KSO_WM_BEAUTIFY_FLAG" val="#wm#"/>
  <p:tag name="KSO_WM_TAG_VERSION" val="3.0"/>
</p:tagLst>
</file>

<file path=ppt/tags/tag219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220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221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222.xml><?xml version="1.0" encoding="utf-8"?>
<p:tagLst xmlns:p="http://schemas.openxmlformats.org/presentationml/2006/main">
  <p:tag name="KSO_WM_UNIT_TYPE" val="b"/>
  <p:tag name="KSO_WM_UNIT_INDEX" val="2"/>
  <p:tag name="KSO_WM_BEAUTIFY_FLAG" val="#wm#"/>
  <p:tag name="KSO_WM_TAG_VERSION" val="3.0"/>
</p:tagLst>
</file>

<file path=ppt/tags/tag223.xml><?xml version="1.0" encoding="utf-8"?>
<p:tagLst xmlns:p="http://schemas.openxmlformats.org/presentationml/2006/main">
  <p:tag name="KSO_WM_UNIT_TYPE" val="i"/>
  <p:tag name="KSO_WM_UNIT_INDEX" val="25"/>
  <p:tag name="KSO_WM_BEAUTIFY_FLAG" val="#wm#"/>
  <p:tag name="KSO_WM_TAG_VERSION" val="3.0"/>
</p:tagLst>
</file>

<file path=ppt/tags/tag224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225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226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227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228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229.xml><?xml version="1.0" encoding="utf-8"?>
<p:tagLst xmlns:p="http://schemas.openxmlformats.org/presentationml/2006/main">
  <p:tag name="KSO_WM_UNIT_TYPE" val="i"/>
  <p:tag name="KSO_WM_UNIT_INDEX" val="35"/>
  <p:tag name="KSO_WM_BEAUTIFY_FLAG" val="#wm#"/>
  <p:tag name="KSO_WM_TAG_VERSION" val="3.0"/>
</p:tagLst>
</file>

<file path=ppt/tags/tag230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231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232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233.xml><?xml version="1.0" encoding="utf-8"?>
<p:tagLst xmlns:p="http://schemas.openxmlformats.org/presentationml/2006/main">
  <p:tag name="KSO_WM_UNIT_TYPE" val="b"/>
  <p:tag name="KSO_WM_UNIT_INDEX" val="3"/>
  <p:tag name="KSO_WM_BEAUTIFY_FLAG" val="#wm#"/>
  <p:tag name="KSO_WM_TAG_VERSION" val="3.0"/>
</p:tagLst>
</file>

<file path=ppt/tags/tag234.xml><?xml version="1.0" encoding="utf-8"?>
<p:tagLst xmlns:p="http://schemas.openxmlformats.org/presentationml/2006/main">
  <p:tag name="KSO_WM_UNIT_TYPE" val="i"/>
  <p:tag name="KSO_WM_UNIT_INDEX" val="41"/>
  <p:tag name="KSO_WM_BEAUTIFY_FLAG" val="#wm#"/>
  <p:tag name="KSO_WM_TAG_VERSION" val="3.0"/>
</p:tagLst>
</file>

<file path=ppt/tags/tag235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236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237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238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</p:tagLst>
</file>

<file path=ppt/tags/tag239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</p:tagLst>
</file>

<file path=ppt/tags/tag240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24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242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</p:tagLst>
</file>

<file path=ppt/tags/tag24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244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245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246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247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248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249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250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0"/>
  <p:tag name="KSO_WM_TEMPLATE_SLIDE_ID" val="slide_1b601487e8903dfa"/>
</p:tagLst>
</file>

<file path=ppt/tags/tag251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25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25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254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255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256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257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</p:tagLst>
</file>

<file path=ppt/tags/tag258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259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260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261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262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263.xml><?xml version="1.0" encoding="utf-8"?>
<p:tagLst xmlns:p="http://schemas.openxmlformats.org/presentationml/2006/main">
  <p:tag name="KSO_WM_UNIT_TYPE" val="i"/>
  <p:tag name="KSO_WM_UNIT_INDEX" val="19"/>
  <p:tag name="KSO_WM_BEAUTIFY_FLAG" val="#wm#"/>
  <p:tag name="KSO_WM_TAG_VERSION" val="3.0"/>
</p:tagLst>
</file>

<file path=ppt/tags/tag264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265.xml><?xml version="1.0" encoding="utf-8"?>
<p:tagLst xmlns:p="http://schemas.openxmlformats.org/presentationml/2006/main">
  <p:tag name="KSO_WM_UNIT_TYPE" val="i"/>
  <p:tag name="KSO_WM_UNIT_INDEX" val="21"/>
  <p:tag name="KSO_WM_BEAUTIFY_FLAG" val="#wm#"/>
  <p:tag name="KSO_WM_TAG_VERSION" val="3.0"/>
</p:tagLst>
</file>

<file path=ppt/tags/tag266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267.xml><?xml version="1.0" encoding="utf-8"?>
<p:tagLst xmlns:p="http://schemas.openxmlformats.org/presentationml/2006/main">
  <p:tag name="KSO_WM_UNIT_TYPE" val="i"/>
  <p:tag name="KSO_WM_UNIT_INDEX" val="23"/>
  <p:tag name="KSO_WM_BEAUTIFY_FLAG" val="#wm#"/>
  <p:tag name="KSO_WM_TAG_VERSION" val="3.0"/>
</p:tagLst>
</file>

<file path=ppt/tags/tag268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269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270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271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272.xml><?xml version="1.0" encoding="utf-8"?>
<p:tagLst xmlns:p="http://schemas.openxmlformats.org/presentationml/2006/main">
  <p:tag name="KSO_WM_UNIT_TYPE" val="i"/>
  <p:tag name="KSO_WM_UNIT_INDEX" val="29"/>
  <p:tag name="KSO_WM_BEAUTIFY_FLAG" val="#wm#"/>
  <p:tag name="KSO_WM_TAG_VERSION" val="3.0"/>
</p:tagLst>
</file>

<file path=ppt/tags/tag273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274.xml><?xml version="1.0" encoding="utf-8"?>
<p:tagLst xmlns:p="http://schemas.openxmlformats.org/presentationml/2006/main">
  <p:tag name="KSO_WM_UNIT_TYPE" val="i"/>
  <p:tag name="KSO_WM_UNIT_INDEX" val="31"/>
  <p:tag name="KSO_WM_BEAUTIFY_FLAG" val="#wm#"/>
  <p:tag name="KSO_WM_TAG_VERSION" val="3.0"/>
</p:tagLst>
</file>

<file path=ppt/tags/tag275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276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277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278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279.xml><?xml version="1.0" encoding="utf-8"?>
<p:tagLst xmlns:p="http://schemas.openxmlformats.org/presentationml/2006/main">
  <p:tag name="KSO_WM_UNIT_TYPE" val="i"/>
  <p:tag name="KSO_WM_UNIT_INDEX" val="37"/>
  <p:tag name="KSO_WM_BEAUTIFY_FLAG" val="#wm#"/>
  <p:tag name="KSO_WM_TAG_VERSION" val="3.0"/>
</p:tagLst>
</file>

<file path=ppt/tags/tag280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281.xml><?xml version="1.0" encoding="utf-8"?>
<p:tagLst xmlns:p="http://schemas.openxmlformats.org/presentationml/2006/main">
  <p:tag name="KSO_WM_UNIT_TYPE" val="i"/>
  <p:tag name="KSO_WM_UNIT_INDEX" val="39"/>
  <p:tag name="KSO_WM_BEAUTIFY_FLAG" val="#wm#"/>
  <p:tag name="KSO_WM_TAG_VERSION" val="3.0"/>
</p:tagLst>
</file>

<file path=ppt/tags/tag282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283.xml><?xml version="1.0" encoding="utf-8"?>
<p:tagLst xmlns:p="http://schemas.openxmlformats.org/presentationml/2006/main">
  <p:tag name="KSO_WM_UNIT_TYPE" val="i"/>
  <p:tag name="KSO_WM_UNIT_INDEX" val="41"/>
  <p:tag name="KSO_WM_BEAUTIFY_FLAG" val="#wm#"/>
  <p:tag name="KSO_WM_TAG_VERSION" val="3.0"/>
</p:tagLst>
</file>

<file path=ppt/tags/tag284.xml><?xml version="1.0" encoding="utf-8"?>
<p:tagLst xmlns:p="http://schemas.openxmlformats.org/presentationml/2006/main">
  <p:tag name="KSO_WM_UNIT_TYPE" val="x"/>
  <p:tag name="KSO_WM_UNIT_INDEX" val="7"/>
  <p:tag name="KSO_WM_BEAUTIFY_FLAG" val="#wm#"/>
  <p:tag name="KSO_WM_TAG_VERSION" val="3.0"/>
</p:tagLst>
</file>

<file path=ppt/tags/tag285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286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287.xml><?xml version="1.0" encoding="utf-8"?>
<p:tagLst xmlns:p="http://schemas.openxmlformats.org/presentationml/2006/main">
  <p:tag name="KSO_WM_UNIT_TYPE" val="i"/>
  <p:tag name="KSO_WM_UNIT_INDEX" val="47"/>
  <p:tag name="KSO_WM_BEAUTIFY_FLAG" val="#wm#"/>
  <p:tag name="KSO_WM_TAG_VERSION" val="3.0"/>
</p:tagLst>
</file>

<file path=ppt/tags/tag288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</p:tagLst>
</file>

<file path=ppt/tags/tag289.xml><?xml version="1.0" encoding="utf-8"?>
<p:tagLst xmlns:p="http://schemas.openxmlformats.org/presentationml/2006/main">
  <p:tag name="KSO_WM_UNIT_TYPE" val="i"/>
  <p:tag name="KSO_WM_UNIT_INDEX" val="49"/>
  <p:tag name="KSO_WM_BEAUTIFY_FLAG" val="#wm#"/>
  <p:tag name="KSO_WM_TAG_VERSION" val="3.0"/>
</p:tagLst>
</file>

<file path=ppt/tags/tag290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</p:tagLst>
</file>

<file path=ppt/tags/tag291.xml><?xml version="1.0" encoding="utf-8"?>
<p:tagLst xmlns:p="http://schemas.openxmlformats.org/presentationml/2006/main">
  <p:tag name="KSO_WM_UNIT_TYPE" val="x"/>
  <p:tag name="KSO_WM_UNIT_INDEX" val="8"/>
  <p:tag name="KSO_WM_BEAUTIFY_FLAG" val="#wm#"/>
  <p:tag name="KSO_WM_TAG_VERSION" val="3.0"/>
</p:tagLst>
</file>

<file path=ppt/tags/tag292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293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294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</p:tagLst>
</file>

<file path=ppt/tags/tag295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296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297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298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29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300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01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02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303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04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305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30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07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08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309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310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11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31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31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14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15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316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1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18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19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20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321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22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23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324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25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32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327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</p:tagLst>
</file>

<file path=ppt/tags/tag32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29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330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331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332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33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334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335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336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337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338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339.xml><?xml version="1.0" encoding="utf-8"?>
<p:tagLst xmlns:p="http://schemas.openxmlformats.org/presentationml/2006/main">
  <p:tag name="KSO_WM_UNIT_TYPE" val="i"/>
  <p:tag name="KSO_WM_UNIT_INDEX" val="15"/>
  <p:tag name="KSO_WM_BEAUTIFY_FLAG" val="#wm#"/>
  <p:tag name="KSO_WM_TAG_VERSION" val="3.0"/>
</p:tagLst>
</file>

<file path=ppt/tags/tag340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341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342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343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344.xml><?xml version="1.0" encoding="utf-8"?>
<p:tagLst xmlns:p="http://schemas.openxmlformats.org/presentationml/2006/main">
  <p:tag name="KSO_WM_UNIT_TYPE" val="i"/>
  <p:tag name="KSO_WM_UNIT_INDEX" val="21"/>
  <p:tag name="KSO_WM_BEAUTIFY_FLAG" val="#wm#"/>
  <p:tag name="KSO_WM_TAG_VERSION" val="3.0"/>
</p:tagLst>
</file>

<file path=ppt/tags/tag345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346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347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348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349.xml><?xml version="1.0" encoding="utf-8"?>
<p:tagLst xmlns:p="http://schemas.openxmlformats.org/presentationml/2006/main">
  <p:tag name="KSO_WM_UNIT_TYPE" val="i"/>
  <p:tag name="KSO_WM_UNIT_INDEX" val="27"/>
  <p:tag name="KSO_WM_BEAUTIFY_FLAG" val="#wm#"/>
  <p:tag name="KSO_WM_TAG_VERSION" val="3.0"/>
</p:tagLst>
</file>

<file path=ppt/tags/tag350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351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352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353.xml><?xml version="1.0" encoding="utf-8"?>
<p:tagLst xmlns:p="http://schemas.openxmlformats.org/presentationml/2006/main">
  <p:tag name="KSO_WM_UNIT_TYPE" val="i"/>
  <p:tag name="KSO_WM_UNIT_INDEX" val="33"/>
  <p:tag name="KSO_WM_BEAUTIFY_FLAG" val="#wm#"/>
  <p:tag name="KSO_WM_TAG_VERSION" val="3.0"/>
</p:tagLst>
</file>

<file path=ppt/tags/tag354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355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356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357.xml><?xml version="1.0" encoding="utf-8"?>
<p:tagLst xmlns:p="http://schemas.openxmlformats.org/presentationml/2006/main">
  <p:tag name="TABLE_ENDDRAG_ORIGIN_RECT" val="226*104"/>
  <p:tag name="TABLE_ENDDRAG_RECT" val="660*357*226*104"/>
</p:tagLst>
</file>

<file path=ppt/tags/tag358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359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360.xml><?xml version="1.0" encoding="utf-8"?>
<p:tagLst xmlns:p="http://schemas.openxmlformats.org/presentationml/2006/main">
  <p:tag name="KSO_WM_BEAUTIFY_FLAG" val="#wm#"/>
  <p:tag name="KSO_WM_FIGMA_FLAG" val="#fgm#"/>
  <p:tag name="KSO_WM_UNIT_INDEX" val="1_1_1"/>
  <p:tag name="KSO_WM_UNIT_TYPE" val="l_h_d"/>
  <p:tag name="KSO_WM_CARDGROUP_LAYOUT_DATA" val="{&quot;cardRct&quot;:[231,1630,5904.66666666667,8015],&quot;lytRct&quot;:[231,1630,18675,8015],&quot;rct&quot;:[231,1630,18675,8015],&quot;spRct&quot;:[0,0,5904,4814]}"/>
  <p:tag name="KSO_WM_CARDGROUP_ID" val="9809c8ae16c142b4b10bee3f48ada6a7"/>
  <p:tag name="KSO_WM_CARDGROUP_FEATURE" val="2*2*16*1*1"/>
  <p:tag name="KSO_WM_CARDGROUP_STYLE_INFO" val="C1_sc_p2*plain*1"/>
  <p:tag name="KSO_WM_CARDGROUP_REVERSE_POSITION" val="0"/>
  <p:tag name="KSO_WM_SLIDE_FIGMA_DIAGRAM" val="1"/>
</p:tagLst>
</file>

<file path=ppt/tags/tag361.xml><?xml version="1.0" encoding="utf-8"?>
<p:tagLst xmlns:p="http://schemas.openxmlformats.org/presentationml/2006/main">
  <p:tag name="KSO_WM_BEAUTIFY_FLAG" val="#wm#"/>
  <p:tag name="KSO_WM_CARDGROUP_FEATURE" val="2*2*16*1*1"/>
  <p:tag name="KSO_WM_CARDGROUP_ID" val="9809c8ae16c142b4b10bee3f48ada6a7"/>
  <p:tag name="KSO_WM_CARDGROUP_REVERSE_POSITION" val="0"/>
  <p:tag name="KSO_WM_CARDGROUP_STYLE_INFO" val="C1_sc_p2*plain*1"/>
  <p:tag name="KSO_WM_FIGMA_FLAG" val="#fgm#"/>
  <p:tag name="KSO_WM_SLIDE_FIGMA_DIAGRAM" val="1"/>
  <p:tag name="KSO_WM_UNIT_INDEX" val="1_1_1"/>
  <p:tag name="KSO_WM_UNIT_PRESET_TEXT" val="请在此输入您的标题"/>
  <p:tag name="KSO_WM_UNIT_TYPE" val="l_h_a"/>
  <p:tag name="KSO_WM_CARDGROUP_LAYOUT_DATA" val="{&quot;cardRct&quot;:[231,1630,5904.66666666667,8015],&quot;lytRct&quot;:[231,1630,18675,8015],&quot;rct&quot;:[231,1630,18675,8015],&quot;spRct&quot;:[0,5215,5904,5854]}"/>
</p:tagLst>
</file>

<file path=ppt/tags/tag362.xml><?xml version="1.0" encoding="utf-8"?>
<p:tagLst xmlns:p="http://schemas.openxmlformats.org/presentationml/2006/main">
  <p:tag name="KSO_WM_BEAUTIFY_FLAG" val="#wm#"/>
  <p:tag name="KSO_WM_CARDGROUP_FEATURE" val="2*2*16*1*1"/>
  <p:tag name="KSO_WM_CARDGROUP_ID" val="9809c8ae16c142b4b10bee3f48ada6a7"/>
  <p:tag name="KSO_WM_CARDGROUP_REVERSE_POSITION" val="0"/>
  <p:tag name="KSO_WM_CARDGROUP_STYLE_INFO" val="C1_sc_p2*plain*1"/>
  <p:tag name="KSO_WM_FIGMA_FLAG" val="#fgm#"/>
  <p:tag name="KSO_WM_SLIDE_FIGMA_DIAGRAM" val="1"/>
  <p:tag name="KSO_WM_UNIT_INDEX" val="1_1_1"/>
  <p:tag name="KSO_WM_UNIT_PRESET_TEXT" val="请在此输入您的文本。"/>
  <p:tag name="KSO_WM_UNIT_TYPE" val="l_h_f"/>
  <p:tag name="KSO_WM_CARDGROUP_LAYOUT_DATA" val="{&quot;cardRct&quot;:[231,1630,5904.66666666667,8015],&quot;lytRct&quot;:[231,1630,18675,8015],&quot;rct&quot;:[231,1630,18675,8015],&quot;spRct&quot;:[0,6095,5904,8014]}"/>
</p:tagLst>
</file>

<file path=ppt/tags/tag363.xml><?xml version="1.0" encoding="utf-8"?>
<p:tagLst xmlns:p="http://schemas.openxmlformats.org/presentationml/2006/main">
  <p:tag name="KSO_WM_BEAUTIFY_FLAG" val="#wm#"/>
  <p:tag name="KSO_WM_FIGMA_FLAG" val="#fgm#"/>
  <p:tag name="KSO_WM_UNIT_INDEX" val="1_2_1"/>
  <p:tag name="KSO_WM_UNIT_TYPE" val="l_h_d"/>
  <p:tag name="KSO_WM_CARDGROUP_LAYOUT_DATA" val="{&quot;cardRct&quot;:[6615.66666666667,1630,5904.66666666667,8015],&quot;lytRct&quot;:[231,1630,18675,8015],&quot;rct&quot;:[231,1630,18675,8015],&quot;spRct&quot;:[6384,0,12289,4814]}"/>
  <p:tag name="KSO_WM_CARDGROUP_ID" val="9809c8ae16c142b4b10bee3f48ada6a7"/>
  <p:tag name="KSO_WM_CARDGROUP_FEATURE" val="2*2*16*1*1"/>
  <p:tag name="KSO_WM_CARDGROUP_STYLE_INFO" val="C1_sc_p2*plain*1"/>
  <p:tag name="KSO_WM_CARDGROUP_REVERSE_POSITION" val="0"/>
  <p:tag name="KSO_WM_SLIDE_FIGMA_DIAGRAM" val="1"/>
</p:tagLst>
</file>

<file path=ppt/tags/tag364.xml><?xml version="1.0" encoding="utf-8"?>
<p:tagLst xmlns:p="http://schemas.openxmlformats.org/presentationml/2006/main">
  <p:tag name="KSO_WM_BEAUTIFY_FLAG" val="#wm#"/>
  <p:tag name="KSO_WM_CARDGROUP_FEATURE" val="2*2*16*1*1"/>
  <p:tag name="KSO_WM_CARDGROUP_ID" val="9809c8ae16c142b4b10bee3f48ada6a7"/>
  <p:tag name="KSO_WM_CARDGROUP_REVERSE_POSITION" val="0"/>
  <p:tag name="KSO_WM_CARDGROUP_STYLE_INFO" val="C1_sc_p2*plain*1"/>
  <p:tag name="KSO_WM_FIGMA_FLAG" val="#fgm#"/>
  <p:tag name="KSO_WM_SLIDE_FIGMA_DIAGRAM" val="1"/>
  <p:tag name="KSO_WM_UNIT_INDEX" val="1_2_1"/>
  <p:tag name="KSO_WM_UNIT_PRESET_TEXT" val="请在此输入您的标题"/>
  <p:tag name="KSO_WM_UNIT_TYPE" val="l_h_a"/>
  <p:tag name="KSO_WM_CARDGROUP_LAYOUT_DATA" val="{&quot;cardRct&quot;:[6615.66666666667,1630,5904.66666666667,8015],&quot;lytRct&quot;:[231,1630,18675,8015],&quot;rct&quot;:[231,1630,18675,8015],&quot;spRct&quot;:[6384,5215,12289,5854]}"/>
</p:tagLst>
</file>

<file path=ppt/tags/tag365.xml><?xml version="1.0" encoding="utf-8"?>
<p:tagLst xmlns:p="http://schemas.openxmlformats.org/presentationml/2006/main">
  <p:tag name="KSO_WM_BEAUTIFY_FLAG" val="#wm#"/>
  <p:tag name="KSO_WM_CARDGROUP_FEATURE" val="2*2*16*1*1"/>
  <p:tag name="KSO_WM_CARDGROUP_ID" val="9809c8ae16c142b4b10bee3f48ada6a7"/>
  <p:tag name="KSO_WM_CARDGROUP_REVERSE_POSITION" val="0"/>
  <p:tag name="KSO_WM_CARDGROUP_STYLE_INFO" val="C1_sc_p2*plain*1"/>
  <p:tag name="KSO_WM_FIGMA_FLAG" val="#fgm#"/>
  <p:tag name="KSO_WM_SLIDE_FIGMA_DIAGRAM" val="1"/>
  <p:tag name="KSO_WM_UNIT_INDEX" val="1_2_1"/>
  <p:tag name="KSO_WM_UNIT_PRESET_TEXT" val="请在此输入您的文本。"/>
  <p:tag name="KSO_WM_UNIT_TYPE" val="l_h_f"/>
  <p:tag name="KSO_WM_CARDGROUP_LAYOUT_DATA" val="{&quot;cardRct&quot;:[6615.66666666667,1630,5904.66666666667,8015],&quot;lytRct&quot;:[231,1630,18675,8015],&quot;rct&quot;:[231,1630,18675,8015],&quot;spRct&quot;:[6384,6095,12289,8014]}"/>
</p:tagLst>
</file>

<file path=ppt/tags/tag366.xml><?xml version="1.0" encoding="utf-8"?>
<p:tagLst xmlns:p="http://schemas.openxmlformats.org/presentationml/2006/main">
  <p:tag name="KSO_WM_BEAUTIFY_FLAG" val="#wm#"/>
  <p:tag name="KSO_WM_FIGMA_FLAG" val="#fgm#"/>
  <p:tag name="KSO_WM_UNIT_INDEX" val="1_3_1"/>
  <p:tag name="KSO_WM_UNIT_TYPE" val="l_h_d"/>
  <p:tag name="KSO_WM_CARDGROUP_LAYOUT_DATA" val="{&quot;cardRct&quot;:[13000.333333333338,1630,5904.66666666667,8015],&quot;lytRct&quot;:[231,1630,18675,8015],&quot;rct&quot;:[231,1630,18675,8015],&quot;spRct&quot;:[12769,0,18674,4814]}"/>
  <p:tag name="KSO_WM_CARDGROUP_ID" val="9809c8ae16c142b4b10bee3f48ada6a7"/>
  <p:tag name="KSO_WM_CARDGROUP_FEATURE" val="2*2*16*1*1"/>
  <p:tag name="KSO_WM_CARDGROUP_STYLE_INFO" val="C1_sc_p2*plain*1"/>
  <p:tag name="KSO_WM_CARDGROUP_REVERSE_POSITION" val="0"/>
  <p:tag name="KSO_WM_SLIDE_FIGMA_DIAGRAM" val="1"/>
</p:tagLst>
</file>

<file path=ppt/tags/tag367.xml><?xml version="1.0" encoding="utf-8"?>
<p:tagLst xmlns:p="http://schemas.openxmlformats.org/presentationml/2006/main">
  <p:tag name="KSO_WM_BEAUTIFY_FLAG" val="#wm#"/>
  <p:tag name="KSO_WM_CARDGROUP_FEATURE" val="2*2*16*1*1"/>
  <p:tag name="KSO_WM_CARDGROUP_ID" val="9809c8ae16c142b4b10bee3f48ada6a7"/>
  <p:tag name="KSO_WM_CARDGROUP_REVERSE_POSITION" val="0"/>
  <p:tag name="KSO_WM_CARDGROUP_STYLE_INFO" val="C1_sc_p2*plain*1"/>
  <p:tag name="KSO_WM_FIGMA_FLAG" val="#fgm#"/>
  <p:tag name="KSO_WM_SLIDE_FIGMA_DIAGRAM" val="1"/>
  <p:tag name="KSO_WM_UNIT_INDEX" val="1_3_1"/>
  <p:tag name="KSO_WM_UNIT_PRESET_TEXT" val="请在此输入您的标题"/>
  <p:tag name="KSO_WM_UNIT_TYPE" val="l_h_a"/>
  <p:tag name="KSO_WM_CARDGROUP_LAYOUT_DATA" val="{&quot;cardRct&quot;:[13000.333333333338,1630,5904.66666666667,8015],&quot;lytRct&quot;:[231,1630,18675,8015],&quot;rct&quot;:[231,1630,18675,8015],&quot;spRct&quot;:[12769,5215,18674,5854]}"/>
</p:tagLst>
</file>

<file path=ppt/tags/tag368.xml><?xml version="1.0" encoding="utf-8"?>
<p:tagLst xmlns:p="http://schemas.openxmlformats.org/presentationml/2006/main">
  <p:tag name="KSO_WM_BEAUTIFY_FLAG" val="#wm#"/>
  <p:tag name="KSO_WM_CARDGROUP_FEATURE" val="2*2*16*1*1"/>
  <p:tag name="KSO_WM_CARDGROUP_ID" val="9809c8ae16c142b4b10bee3f48ada6a7"/>
  <p:tag name="KSO_WM_CARDGROUP_REVERSE_POSITION" val="0"/>
  <p:tag name="KSO_WM_CARDGROUP_STYLE_INFO" val="C1_sc_p2*plain*1"/>
  <p:tag name="KSO_WM_FIGMA_FLAG" val="#fgm#"/>
  <p:tag name="KSO_WM_SLIDE_FIGMA_DIAGRAM" val="1"/>
  <p:tag name="KSO_WM_UNIT_INDEX" val="1_3_1"/>
  <p:tag name="KSO_WM_UNIT_PRESET_TEXT" val="请在此输入您的文本。"/>
  <p:tag name="KSO_WM_UNIT_TYPE" val="l_h_f"/>
  <p:tag name="KSO_WM_CARDGROUP_LAYOUT_DATA" val="{&quot;cardRct&quot;:[13000.333333333338,1630,5904.66666666667,8015],&quot;lytRct&quot;:[231,1630,18675,8015],&quot;rct&quot;:[231,1630,18675,8015],&quot;spRct&quot;:[12769,6095,18674,8014]}"/>
</p:tagLst>
</file>

<file path=ppt/tags/tag36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370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0"/>
  <p:tag name="KSO_WM_TEMPLATE_SLIDE_ID" val="slide_271e292e8ce0feb0"/>
</p:tagLst>
</file>

<file path=ppt/tags/tag371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37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373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</p:tagLst>
</file>

<file path=ppt/tags/tag374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75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376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377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</p:tagLst>
</file>

<file path=ppt/tags/tag378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379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380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381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382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383.xml><?xml version="1.0" encoding="utf-8"?>
<p:tagLst xmlns:p="http://schemas.openxmlformats.org/presentationml/2006/main">
  <p:tag name="KSO_WM_UNIT_TYPE" val="i"/>
  <p:tag name="KSO_WM_UNIT_INDEX" val="19"/>
  <p:tag name="KSO_WM_BEAUTIFY_FLAG" val="#wm#"/>
  <p:tag name="KSO_WM_TAG_VERSION" val="3.0"/>
</p:tagLst>
</file>

<file path=ppt/tags/tag384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385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386.xml><?xml version="1.0" encoding="utf-8"?>
<p:tagLst xmlns:p="http://schemas.openxmlformats.org/presentationml/2006/main">
  <p:tag name="KSO_WM_UNIT_TYPE" val="b"/>
  <p:tag name="KSO_WM_UNIT_INDEX" val="2"/>
  <p:tag name="KSO_WM_BEAUTIFY_FLAG" val="#wm#"/>
  <p:tag name="KSO_WM_TAG_VERSION" val="3.0"/>
</p:tagLst>
</file>

<file path=ppt/tags/tag387.xml><?xml version="1.0" encoding="utf-8"?>
<p:tagLst xmlns:p="http://schemas.openxmlformats.org/presentationml/2006/main">
  <p:tag name="KSO_WM_UNIT_TYPE" val="i"/>
  <p:tag name="KSO_WM_UNIT_INDEX" val="25"/>
  <p:tag name="KSO_WM_BEAUTIFY_FLAG" val="#wm#"/>
  <p:tag name="KSO_WM_TAG_VERSION" val="3.0"/>
</p:tagLst>
</file>

<file path=ppt/tags/tag388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389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390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391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392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393.xml><?xml version="1.0" encoding="utf-8"?>
<p:tagLst xmlns:p="http://schemas.openxmlformats.org/presentationml/2006/main">
  <p:tag name="KSO_WM_UNIT_TYPE" val="i"/>
  <p:tag name="KSO_WM_UNIT_INDEX" val="35"/>
  <p:tag name="KSO_WM_BEAUTIFY_FLAG" val="#wm#"/>
  <p:tag name="KSO_WM_TAG_VERSION" val="3.0"/>
</p:tagLst>
</file>

<file path=ppt/tags/tag394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395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396.xml><?xml version="1.0" encoding="utf-8"?>
<p:tagLst xmlns:p="http://schemas.openxmlformats.org/presentationml/2006/main">
  <p:tag name="KSO_WM_UNIT_TYPE" val="b"/>
  <p:tag name="KSO_WM_UNIT_INDEX" val="3"/>
  <p:tag name="KSO_WM_BEAUTIFY_FLAG" val="#wm#"/>
  <p:tag name="KSO_WM_TAG_VERSION" val="3.0"/>
</p:tagLst>
</file>

<file path=ppt/tags/tag397.xml><?xml version="1.0" encoding="utf-8"?>
<p:tagLst xmlns:p="http://schemas.openxmlformats.org/presentationml/2006/main">
  <p:tag name="KSO_WM_UNIT_TYPE" val="i"/>
  <p:tag name="KSO_WM_UNIT_INDEX" val="41"/>
  <p:tag name="KSO_WM_BEAUTIFY_FLAG" val="#wm#"/>
  <p:tag name="KSO_WM_TAG_VERSION" val="3.0"/>
</p:tagLst>
</file>

<file path=ppt/tags/tag398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399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400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401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</p:tagLst>
</file>

<file path=ppt/tags/tag402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</p:tagLst>
</file>

<file path=ppt/tags/tag40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404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spect">
      <a:maj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1482</Words>
  <Application>WPS 演示</Application>
  <PresentationFormat>宽屏</PresentationFormat>
  <Paragraphs>241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Calibri</vt:lpstr>
      <vt:lpstr>Arial Unicode MS</vt:lpstr>
      <vt:lpstr>Calibri Light</vt:lpstr>
      <vt:lpstr>Office 主题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齐虹淦</cp:lastModifiedBy>
  <cp:revision>13</cp:revision>
  <dcterms:created xsi:type="dcterms:W3CDTF">2026-05-11T14:13:00Z</dcterms:created>
  <dcterms:modified xsi:type="dcterms:W3CDTF">2026-06-28T12:37:12Z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DCD36688C90C45BC85F0E01D63BD2E43_13</vt:lpwstr>
  </property>
</Properties>
</file>